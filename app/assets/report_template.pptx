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68" r:id="rId1"/>
  </p:sldMasterIdLst>
  <p:notesMasterIdLst>
    <p:notesMasterId r:id="rId18"/>
  </p:notesMasterIdLst>
  <p:sldIdLst/>
  <p:sldSz cx="12192000" cy="6858000"/>
  <p:notesSz cx="6858000" cy="9144000"/>
  <p:embeddedFontLst>
    <p:embeddedFont>
      <p:font typeface="Leelawadee" panose="020B0502040204020203" pitchFamily="34" charset="-34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96" roundtripDataSignature="AMtx7mgUqGleYAsqkKhAmiLMjBAT7I3R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C8EA4"/>
    <a:srgbClr val="E0E6EC"/>
    <a:srgbClr val="FFD204"/>
    <a:srgbClr val="FFF6DD"/>
    <a:srgbClr val="0FAEC7"/>
    <a:srgbClr val="C9FBB3"/>
    <a:srgbClr val="B4F0FA"/>
    <a:srgbClr val="EFF3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803804-C999-4C60-B1EF-13DB1027E5F1}" v="29" dt="2026-07-03T09:34:48.882"/>
  </p1510:revLst>
</p1510:revInfo>
</file>

<file path=ppt/tableStyles.xml><?xml version="1.0" encoding="utf-8"?>
<a:tblStyleLst xmlns:a="http://schemas.openxmlformats.org/drawingml/2006/main" def="{990C633E-A508-4EF0-A071-B0244C02C618}">
  <a:tblStyle styleId="{990C633E-A508-4EF0-A071-B0244C02C618}" styleName="Table_0">
    <a:wholeTbl>
      <a:tcTxStyle b="off" i="off">
        <a:font>
          <a:latin typeface="Leelawadee"/>
          <a:ea typeface="Leelawadee"/>
          <a:cs typeface="Leelawadee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Leelawadee"/>
          <a:ea typeface="Leelawadee"/>
          <a:cs typeface="Leelawadee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Leelawadee"/>
          <a:ea typeface="Leelawadee"/>
          <a:cs typeface="Leelawadee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Leelawadee"/>
          <a:ea typeface="Leelawadee"/>
          <a:cs typeface="Leelawadee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Leelawadee"/>
          <a:ea typeface="Leelawadee"/>
          <a:cs typeface="Leelawadee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21EAFE-8124-47DF-8F6C-873F5227EE7B}" styleName="Table_1">
    <a:wholeTbl>
      <a:tcTxStyle b="off" i="off">
        <a:font>
          <a:latin typeface="Leelawadee"/>
          <a:ea typeface="Leelawadee"/>
          <a:cs typeface="Leelawadee"/>
        </a:font>
        <a:schemeClr val="dk1"/>
      </a:tcTxStyle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Leelawadee"/>
          <a:ea typeface="Leelawadee"/>
          <a:cs typeface="Leelawadee"/>
        </a:font>
        <a:schemeClr val="lt1"/>
      </a:tcTxStyle>
      <a:tcStyle>
        <a:tcBdr/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9BABFFD-5F53-4244-8F6D-D7F42147ACA2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notesMaster" Target="notesMasters/notesMaster1.xml"/><Relationship Id="rId98" Type="http://schemas.openxmlformats.org/officeDocument/2006/relationships/viewProps" Target="viewProps.xml"/><Relationship Id="rId97" Type="http://schemas.openxmlformats.org/officeDocument/2006/relationships/presProps" Target="presProps.xml"/><Relationship Id="rId20" Type="http://schemas.openxmlformats.org/officeDocument/2006/relationships/font" Target="fonts/font2.fntdata"/><Relationship Id="rId96" Type="http://customschemas.google.com/relationships/presentationmetadata" Target="metadata"/><Relationship Id="rId1" Type="http://schemas.openxmlformats.org/officeDocument/2006/relationships/slideMaster" Target="slideMasters/slideMaster1.xml"/><Relationship Id="rId102" Type="http://schemas.microsoft.com/office/2015/10/relationships/revisionInfo" Target="revisionInfo.xml"/><Relationship Id="rId19" Type="http://schemas.openxmlformats.org/officeDocument/2006/relationships/font" Target="fonts/font1.fntdata"/><Relationship Id="rId99" Type="http://schemas.openxmlformats.org/officeDocument/2006/relationships/theme" Target="theme/theme1.xml"/><Relationship Id="rId101" Type="http://schemas.microsoft.com/office/2016/11/relationships/changesInfo" Target="changesInfos/changesInfo1.xml"/><Relationship Id="rId10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tthapon Boonsupaporn (Ball)" userId="d4cb4c87-378b-487c-a30a-c851ff21ef10" providerId="ADAL" clId="{6FB395A8-3C38-4032-A495-AB685C4CA2EF}"/>
    <pc:docChg chg="undo redo custSel addSld delSld modSld sldOrd modMainMaster">
      <pc:chgData name="Nutthapon Boonsupaporn (Ball)" userId="d4cb4c87-378b-487c-a30a-c851ff21ef10" providerId="ADAL" clId="{6FB395A8-3C38-4032-A495-AB685C4CA2EF}" dt="2026-07-03T09:35:02.849" v="2115" actId="1076"/>
      <pc:docMkLst>
        <pc:docMk/>
      </pc:docMkLst>
      <pc:sldChg chg="modSp mod">
        <pc:chgData name="Nutthapon Boonsupaporn (Ball)" userId="d4cb4c87-378b-487c-a30a-c851ff21ef10" providerId="ADAL" clId="{6FB395A8-3C38-4032-A495-AB685C4CA2EF}" dt="2026-07-03T09:12:20.147" v="1807" actId="20577"/>
        <pc:sldMkLst>
          <pc:docMk/>
          <pc:sldMk cId="2391488598" sldId="1230"/>
        </pc:sldMkLst>
        <pc:spChg chg="mod">
          <ac:chgData name="Nutthapon Boonsupaporn (Ball)" userId="d4cb4c87-378b-487c-a30a-c851ff21ef10" providerId="ADAL" clId="{6FB395A8-3C38-4032-A495-AB685C4CA2EF}" dt="2026-07-03T09:12:11.949" v="1805" actId="6549"/>
          <ac:spMkLst>
            <pc:docMk/>
            <pc:sldMk cId="2391488598" sldId="1230"/>
            <ac:spMk id="3" creationId="{9D68E5AE-2806-409F-BCE9-160955C8E05E}"/>
          </ac:spMkLst>
        </pc:spChg>
        <pc:spChg chg="mod">
          <ac:chgData name="Nutthapon Boonsupaporn (Ball)" userId="d4cb4c87-378b-487c-a30a-c851ff21ef10" providerId="ADAL" clId="{6FB395A8-3C38-4032-A495-AB685C4CA2EF}" dt="2026-07-03T09:12:20.147" v="1807" actId="20577"/>
          <ac:spMkLst>
            <pc:docMk/>
            <pc:sldMk cId="2391488598" sldId="1230"/>
            <ac:spMk id="4" creationId="{8D8E071F-86B2-432F-8897-87135D53C2AF}"/>
          </ac:spMkLst>
        </pc:spChg>
      </pc:sldChg>
      <pc:sldChg chg="delSp modSp mod">
        <pc:chgData name="Nutthapon Boonsupaporn (Ball)" userId="d4cb4c87-378b-487c-a30a-c851ff21ef10" providerId="ADAL" clId="{6FB395A8-3C38-4032-A495-AB685C4CA2EF}" dt="2026-07-03T09:27:01.965" v="2067" actId="20577"/>
        <pc:sldMkLst>
          <pc:docMk/>
          <pc:sldMk cId="417366971" sldId="1320"/>
        </pc:sldMkLst>
        <pc:spChg chg="mod">
          <ac:chgData name="Nutthapon Boonsupaporn (Ball)" userId="d4cb4c87-378b-487c-a30a-c851ff21ef10" providerId="ADAL" clId="{6FB395A8-3C38-4032-A495-AB685C4CA2EF}" dt="2026-07-03T09:19:17" v="1897" actId="1037"/>
          <ac:spMkLst>
            <pc:docMk/>
            <pc:sldMk cId="417366971" sldId="1320"/>
            <ac:spMk id="4" creationId="{2E78020C-0472-02DA-9409-FD9C8BE2184C}"/>
          </ac:spMkLst>
        </pc:spChg>
        <pc:spChg chg="mod">
          <ac:chgData name="Nutthapon Boonsupaporn (Ball)" userId="d4cb4c87-378b-487c-a30a-c851ff21ef10" providerId="ADAL" clId="{6FB395A8-3C38-4032-A495-AB685C4CA2EF}" dt="2026-07-03T09:20:59.033" v="1925" actId="207"/>
          <ac:spMkLst>
            <pc:docMk/>
            <pc:sldMk cId="417366971" sldId="1320"/>
            <ac:spMk id="7" creationId="{E2E8996D-8732-5794-3D78-31D7A126B9BA}"/>
          </ac:spMkLst>
        </pc:spChg>
        <pc:spChg chg="mod">
          <ac:chgData name="Nutthapon Boonsupaporn (Ball)" userId="d4cb4c87-378b-487c-a30a-c851ff21ef10" providerId="ADAL" clId="{6FB395A8-3C38-4032-A495-AB685C4CA2EF}" dt="2026-07-03T09:19:20.247" v="1898" actId="1036"/>
          <ac:spMkLst>
            <pc:docMk/>
            <pc:sldMk cId="417366971" sldId="1320"/>
            <ac:spMk id="13" creationId="{6A43A0D6-B0CD-1E81-3DB9-D824B5503E86}"/>
          </ac:spMkLst>
        </pc:spChg>
        <pc:grpChg chg="del">
          <ac:chgData name="Nutthapon Boonsupaporn (Ball)" userId="d4cb4c87-378b-487c-a30a-c851ff21ef10" providerId="ADAL" clId="{6FB395A8-3C38-4032-A495-AB685C4CA2EF}" dt="2026-07-03T09:24:02.165" v="2010" actId="478"/>
          <ac:grpSpMkLst>
            <pc:docMk/>
            <pc:sldMk cId="417366971" sldId="1320"/>
            <ac:grpSpMk id="2" creationId="{46528465-1EE4-02DC-DD7E-2768C46CA021}"/>
          </ac:grpSpMkLst>
        </pc:grpChg>
        <pc:graphicFrameChg chg="mod modGraphic">
          <ac:chgData name="Nutthapon Boonsupaporn (Ball)" userId="d4cb4c87-378b-487c-a30a-c851ff21ef10" providerId="ADAL" clId="{6FB395A8-3C38-4032-A495-AB685C4CA2EF}" dt="2026-07-03T09:27:01.965" v="2067" actId="20577"/>
          <ac:graphicFrameMkLst>
            <pc:docMk/>
            <pc:sldMk cId="417366971" sldId="1320"/>
            <ac:graphicFrameMk id="6" creationId="{D13F0A77-01F4-2760-C083-9BFB6F3DD584}"/>
          </ac:graphicFrameMkLst>
        </pc:graphicFrameChg>
        <pc:picChg chg="mod">
          <ac:chgData name="Nutthapon Boonsupaporn (Ball)" userId="d4cb4c87-378b-487c-a30a-c851ff21ef10" providerId="ADAL" clId="{6FB395A8-3C38-4032-A495-AB685C4CA2EF}" dt="2026-07-03T09:20:02.640" v="1910" actId="1076"/>
          <ac:picMkLst>
            <pc:docMk/>
            <pc:sldMk cId="417366971" sldId="1320"/>
            <ac:picMk id="5" creationId="{2BB072EA-7575-5B0E-D67D-8D17B3673962}"/>
          </ac:picMkLst>
        </pc:picChg>
        <pc:picChg chg="mod">
          <ac:chgData name="Nutthapon Boonsupaporn (Ball)" userId="d4cb4c87-378b-487c-a30a-c851ff21ef10" providerId="ADAL" clId="{6FB395A8-3C38-4032-A495-AB685C4CA2EF}" dt="2026-07-03T09:20:54.917" v="1923" actId="1076"/>
          <ac:picMkLst>
            <pc:docMk/>
            <pc:sldMk cId="417366971" sldId="1320"/>
            <ac:picMk id="10" creationId="{E46AC387-70CF-A401-2D6A-62C8B3C3D97F}"/>
          </ac:picMkLst>
        </pc:picChg>
      </pc:sldChg>
      <pc:sldChg chg="del">
        <pc:chgData name="Nutthapon Boonsupaporn (Ball)" userId="d4cb4c87-378b-487c-a30a-c851ff21ef10" providerId="ADAL" clId="{6FB395A8-3C38-4032-A495-AB685C4CA2EF}" dt="2026-07-03T09:21:48.429" v="1933" actId="47"/>
        <pc:sldMkLst>
          <pc:docMk/>
          <pc:sldMk cId="1774293884" sldId="1331"/>
        </pc:sldMkLst>
      </pc:sldChg>
      <pc:sldChg chg="addSp delSp modSp mod">
        <pc:chgData name="Nutthapon Boonsupaporn (Ball)" userId="d4cb4c87-378b-487c-a30a-c851ff21ef10" providerId="ADAL" clId="{6FB395A8-3C38-4032-A495-AB685C4CA2EF}" dt="2026-07-03T09:28:16.976" v="2084" actId="20577"/>
        <pc:sldMkLst>
          <pc:docMk/>
          <pc:sldMk cId="1127091034" sldId="1351"/>
        </pc:sldMkLst>
        <pc:spChg chg="mod">
          <ac:chgData name="Nutthapon Boonsupaporn (Ball)" userId="d4cb4c87-378b-487c-a30a-c851ff21ef10" providerId="ADAL" clId="{6FB395A8-3C38-4032-A495-AB685C4CA2EF}" dt="2026-07-03T09:22:05.864" v="1944" actId="1036"/>
          <ac:spMkLst>
            <pc:docMk/>
            <pc:sldMk cId="1127091034" sldId="1351"/>
            <ac:spMk id="3" creationId="{6C68D1CE-A52D-174C-7C0D-85027447037D}"/>
          </ac:spMkLst>
        </pc:spChg>
        <pc:spChg chg="mod">
          <ac:chgData name="Nutthapon Boonsupaporn (Ball)" userId="d4cb4c87-378b-487c-a30a-c851ff21ef10" providerId="ADAL" clId="{6FB395A8-3C38-4032-A495-AB685C4CA2EF}" dt="2026-07-03T09:22:05.864" v="1944" actId="1036"/>
          <ac:spMkLst>
            <pc:docMk/>
            <pc:sldMk cId="1127091034" sldId="1351"/>
            <ac:spMk id="9" creationId="{C438614D-E6E6-AAAB-7BF4-FFFA3CB57EE1}"/>
          </ac:spMkLst>
        </pc:spChg>
        <pc:spChg chg="mod">
          <ac:chgData name="Nutthapon Boonsupaporn (Ball)" userId="d4cb4c87-378b-487c-a30a-c851ff21ef10" providerId="ADAL" clId="{6FB395A8-3C38-4032-A495-AB685C4CA2EF}" dt="2026-07-03T09:24:48.555" v="2024" actId="207"/>
          <ac:spMkLst>
            <pc:docMk/>
            <pc:sldMk cId="1127091034" sldId="1351"/>
            <ac:spMk id="543" creationId="{2354FD0A-DD90-7E28-A8EC-391841984DA9}"/>
          </ac:spMkLst>
        </pc:spChg>
        <pc:graphicFrameChg chg="mod modGraphic">
          <ac:chgData name="Nutthapon Boonsupaporn (Ball)" userId="d4cb4c87-378b-487c-a30a-c851ff21ef10" providerId="ADAL" clId="{6FB395A8-3C38-4032-A495-AB685C4CA2EF}" dt="2026-07-03T09:28:16.976" v="2084" actId="20577"/>
          <ac:graphicFrameMkLst>
            <pc:docMk/>
            <pc:sldMk cId="1127091034" sldId="1351"/>
            <ac:graphicFrameMk id="13" creationId="{4B979951-7EB7-B962-27C2-28CB384F48EC}"/>
          </ac:graphicFrameMkLst>
        </pc:graphicFrameChg>
        <pc:picChg chg="del">
          <ac:chgData name="Nutthapon Boonsupaporn (Ball)" userId="d4cb4c87-378b-487c-a30a-c851ff21ef10" providerId="ADAL" clId="{6FB395A8-3C38-4032-A495-AB685C4CA2EF}" dt="2026-07-03T09:22:27.651" v="1964" actId="478"/>
          <ac:picMkLst>
            <pc:docMk/>
            <pc:sldMk cId="1127091034" sldId="1351"/>
            <ac:picMk id="2" creationId="{946BF0E3-4CDB-709D-4D06-DB949E98A665}"/>
          </ac:picMkLst>
        </pc:picChg>
        <pc:picChg chg="add mod">
          <ac:chgData name="Nutthapon Boonsupaporn (Ball)" userId="d4cb4c87-378b-487c-a30a-c851ff21ef10" providerId="ADAL" clId="{6FB395A8-3C38-4032-A495-AB685C4CA2EF}" dt="2026-07-03T09:22:28.050" v="1965"/>
          <ac:picMkLst>
            <pc:docMk/>
            <pc:sldMk cId="1127091034" sldId="1351"/>
            <ac:picMk id="4" creationId="{E1E53302-6844-9A54-9617-E4F57B14F975}"/>
          </ac:picMkLst>
        </pc:picChg>
        <pc:picChg chg="del">
          <ac:chgData name="Nutthapon Boonsupaporn (Ball)" userId="d4cb4c87-378b-487c-a30a-c851ff21ef10" providerId="ADAL" clId="{6FB395A8-3C38-4032-A495-AB685C4CA2EF}" dt="2026-07-03T08:56:04.641" v="1735" actId="478"/>
          <ac:picMkLst>
            <pc:docMk/>
            <pc:sldMk cId="1127091034" sldId="1351"/>
            <ac:picMk id="5" creationId="{BA3C5FE7-ABB5-4C65-0349-B2786D11FFC1}"/>
          </ac:picMkLst>
        </pc:picChg>
        <pc:picChg chg="del">
          <ac:chgData name="Nutthapon Boonsupaporn (Ball)" userId="d4cb4c87-378b-487c-a30a-c851ff21ef10" providerId="ADAL" clId="{6FB395A8-3C38-4032-A495-AB685C4CA2EF}" dt="2026-07-03T08:56:04.887" v="1736" actId="478"/>
          <ac:picMkLst>
            <pc:docMk/>
            <pc:sldMk cId="1127091034" sldId="1351"/>
            <ac:picMk id="7" creationId="{FC4CF981-A6C2-EB6F-A337-45D53F45E33B}"/>
          </ac:picMkLst>
        </pc:picChg>
        <pc:picChg chg="mod">
          <ac:chgData name="Nutthapon Boonsupaporn (Ball)" userId="d4cb4c87-378b-487c-a30a-c851ff21ef10" providerId="ADAL" clId="{6FB395A8-3C38-4032-A495-AB685C4CA2EF}" dt="2026-07-03T09:24:43.316" v="2022" actId="1076"/>
          <ac:picMkLst>
            <pc:docMk/>
            <pc:sldMk cId="1127091034" sldId="1351"/>
            <ac:picMk id="10" creationId="{E1391CDC-5003-0A65-AFD3-75513C80C5B6}"/>
          </ac:picMkLst>
        </pc:picChg>
      </pc:sldChg>
      <pc:sldChg chg="add del ord">
        <pc:chgData name="Nutthapon Boonsupaporn (Ball)" userId="d4cb4c87-378b-487c-a30a-c851ff21ef10" providerId="ADAL" clId="{6FB395A8-3C38-4032-A495-AB685C4CA2EF}" dt="2026-07-03T08:55:52.136" v="1728" actId="47"/>
        <pc:sldMkLst>
          <pc:docMk/>
          <pc:sldMk cId="3660559364" sldId="2147481880"/>
        </pc:sldMkLst>
      </pc:sldChg>
      <pc:sldChg chg="del">
        <pc:chgData name="Nutthapon Boonsupaporn (Ball)" userId="d4cb4c87-378b-487c-a30a-c851ff21ef10" providerId="ADAL" clId="{6FB395A8-3C38-4032-A495-AB685C4CA2EF}" dt="2026-07-03T08:56:30.730" v="1749" actId="47"/>
        <pc:sldMkLst>
          <pc:docMk/>
          <pc:sldMk cId="1115934041" sldId="2147481881"/>
        </pc:sldMkLst>
      </pc:sldChg>
      <pc:sldChg chg="del">
        <pc:chgData name="Nutthapon Boonsupaporn (Ball)" userId="d4cb4c87-378b-487c-a30a-c851ff21ef10" providerId="ADAL" clId="{6FB395A8-3C38-4032-A495-AB685C4CA2EF}" dt="2026-07-03T08:56:31.835" v="1750" actId="47"/>
        <pc:sldMkLst>
          <pc:docMk/>
          <pc:sldMk cId="3701531294" sldId="2147481882"/>
        </pc:sldMkLst>
      </pc:sldChg>
      <pc:sldChg chg="del">
        <pc:chgData name="Nutthapon Boonsupaporn (Ball)" userId="d4cb4c87-378b-487c-a30a-c851ff21ef10" providerId="ADAL" clId="{6FB395A8-3C38-4032-A495-AB685C4CA2EF}" dt="2026-07-03T08:56:33.063" v="1751" actId="47"/>
        <pc:sldMkLst>
          <pc:docMk/>
          <pc:sldMk cId="1060720605" sldId="2147481884"/>
        </pc:sldMkLst>
      </pc:sldChg>
      <pc:sldChg chg="del">
        <pc:chgData name="Nutthapon Boonsupaporn (Ball)" userId="d4cb4c87-378b-487c-a30a-c851ff21ef10" providerId="ADAL" clId="{6FB395A8-3C38-4032-A495-AB685C4CA2EF}" dt="2026-07-03T08:56:34.080" v="1752" actId="47"/>
        <pc:sldMkLst>
          <pc:docMk/>
          <pc:sldMk cId="456784873" sldId="2147481885"/>
        </pc:sldMkLst>
      </pc:sldChg>
      <pc:sldChg chg="del">
        <pc:chgData name="Nutthapon Boonsupaporn (Ball)" userId="d4cb4c87-378b-487c-a30a-c851ff21ef10" providerId="ADAL" clId="{6FB395A8-3C38-4032-A495-AB685C4CA2EF}" dt="2026-07-03T08:55:53.721" v="1729" actId="47"/>
        <pc:sldMkLst>
          <pc:docMk/>
          <pc:sldMk cId="3291586174" sldId="2147481917"/>
        </pc:sldMkLst>
      </pc:sldChg>
      <pc:sldChg chg="del">
        <pc:chgData name="Nutthapon Boonsupaporn (Ball)" userId="d4cb4c87-378b-487c-a30a-c851ff21ef10" providerId="ADAL" clId="{6FB395A8-3C38-4032-A495-AB685C4CA2EF}" dt="2026-07-03T09:21:48.429" v="1933" actId="47"/>
        <pc:sldMkLst>
          <pc:docMk/>
          <pc:sldMk cId="4188057819" sldId="2147481921"/>
        </pc:sldMkLst>
      </pc:sldChg>
      <pc:sldChg chg="del">
        <pc:chgData name="Nutthapon Boonsupaporn (Ball)" userId="d4cb4c87-378b-487c-a30a-c851ff21ef10" providerId="ADAL" clId="{6FB395A8-3C38-4032-A495-AB685C4CA2EF}" dt="2026-07-03T09:21:48.429" v="1933" actId="47"/>
        <pc:sldMkLst>
          <pc:docMk/>
          <pc:sldMk cId="225861669" sldId="2147481922"/>
        </pc:sldMkLst>
      </pc:sldChg>
      <pc:sldChg chg="del">
        <pc:chgData name="Nutthapon Boonsupaporn (Ball)" userId="d4cb4c87-378b-487c-a30a-c851ff21ef10" providerId="ADAL" clId="{6FB395A8-3C38-4032-A495-AB685C4CA2EF}" dt="2026-07-03T09:21:48.429" v="1933" actId="47"/>
        <pc:sldMkLst>
          <pc:docMk/>
          <pc:sldMk cId="4096330396" sldId="2147481923"/>
        </pc:sldMkLst>
      </pc:sldChg>
      <pc:sldChg chg="del">
        <pc:chgData name="Nutthapon Boonsupaporn (Ball)" userId="d4cb4c87-378b-487c-a30a-c851ff21ef10" providerId="ADAL" clId="{6FB395A8-3C38-4032-A495-AB685C4CA2EF}" dt="2026-07-03T09:21:48.429" v="1933" actId="47"/>
        <pc:sldMkLst>
          <pc:docMk/>
          <pc:sldMk cId="4135444389" sldId="2147481924"/>
        </pc:sldMkLst>
      </pc:sldChg>
      <pc:sldChg chg="del">
        <pc:chgData name="Nutthapon Boonsupaporn (Ball)" userId="d4cb4c87-378b-487c-a30a-c851ff21ef10" providerId="ADAL" clId="{6FB395A8-3C38-4032-A495-AB685C4CA2EF}" dt="2026-07-03T09:21:48.429" v="1933" actId="47"/>
        <pc:sldMkLst>
          <pc:docMk/>
          <pc:sldMk cId="1089101187" sldId="2147481925"/>
        </pc:sldMkLst>
      </pc:sldChg>
      <pc:sldChg chg="del">
        <pc:chgData name="Nutthapon Boonsupaporn (Ball)" userId="d4cb4c87-378b-487c-a30a-c851ff21ef10" providerId="ADAL" clId="{6FB395A8-3C38-4032-A495-AB685C4CA2EF}" dt="2026-07-03T09:21:48.429" v="1933" actId="47"/>
        <pc:sldMkLst>
          <pc:docMk/>
          <pc:sldMk cId="2248768701" sldId="2147481926"/>
        </pc:sldMkLst>
      </pc:sldChg>
      <pc:sldChg chg="del">
        <pc:chgData name="Nutthapon Boonsupaporn (Ball)" userId="d4cb4c87-378b-487c-a30a-c851ff21ef10" providerId="ADAL" clId="{6FB395A8-3C38-4032-A495-AB685C4CA2EF}" dt="2026-07-03T09:21:48.429" v="1933" actId="47"/>
        <pc:sldMkLst>
          <pc:docMk/>
          <pc:sldMk cId="2231890661" sldId="2147481927"/>
        </pc:sldMkLst>
      </pc:sldChg>
      <pc:sldChg chg="del">
        <pc:chgData name="Nutthapon Boonsupaporn (Ball)" userId="d4cb4c87-378b-487c-a30a-c851ff21ef10" providerId="ADAL" clId="{6FB395A8-3C38-4032-A495-AB685C4CA2EF}" dt="2026-07-03T09:21:48.429" v="1933" actId="47"/>
        <pc:sldMkLst>
          <pc:docMk/>
          <pc:sldMk cId="3557297100" sldId="2147481928"/>
        </pc:sldMkLst>
      </pc:sldChg>
      <pc:sldChg chg="del">
        <pc:chgData name="Nutthapon Boonsupaporn (Ball)" userId="d4cb4c87-378b-487c-a30a-c851ff21ef10" providerId="ADAL" clId="{6FB395A8-3C38-4032-A495-AB685C4CA2EF}" dt="2026-07-03T09:21:48.429" v="1933" actId="47"/>
        <pc:sldMkLst>
          <pc:docMk/>
          <pc:sldMk cId="2080605359" sldId="2147481929"/>
        </pc:sldMkLst>
      </pc:sldChg>
      <pc:sldChg chg="del">
        <pc:chgData name="Nutthapon Boonsupaporn (Ball)" userId="d4cb4c87-378b-487c-a30a-c851ff21ef10" providerId="ADAL" clId="{6FB395A8-3C38-4032-A495-AB685C4CA2EF}" dt="2026-07-03T09:21:48.429" v="1933" actId="47"/>
        <pc:sldMkLst>
          <pc:docMk/>
          <pc:sldMk cId="3318426343" sldId="2147481930"/>
        </pc:sldMkLst>
      </pc:sldChg>
      <pc:sldChg chg="del">
        <pc:chgData name="Nutthapon Boonsupaporn (Ball)" userId="d4cb4c87-378b-487c-a30a-c851ff21ef10" providerId="ADAL" clId="{6FB395A8-3C38-4032-A495-AB685C4CA2EF}" dt="2026-07-03T09:21:48.429" v="1933" actId="47"/>
        <pc:sldMkLst>
          <pc:docMk/>
          <pc:sldMk cId="3432474296" sldId="2147481931"/>
        </pc:sldMkLst>
      </pc:sldChg>
      <pc:sldChg chg="del">
        <pc:chgData name="Nutthapon Boonsupaporn (Ball)" userId="d4cb4c87-378b-487c-a30a-c851ff21ef10" providerId="ADAL" clId="{6FB395A8-3C38-4032-A495-AB685C4CA2EF}" dt="2026-07-03T09:21:48.429" v="1933" actId="47"/>
        <pc:sldMkLst>
          <pc:docMk/>
          <pc:sldMk cId="1209272453" sldId="2147481932"/>
        </pc:sldMkLst>
      </pc:sldChg>
      <pc:sldChg chg="del">
        <pc:chgData name="Nutthapon Boonsupaporn (Ball)" userId="d4cb4c87-378b-487c-a30a-c851ff21ef10" providerId="ADAL" clId="{6FB395A8-3C38-4032-A495-AB685C4CA2EF}" dt="2026-07-03T08:56:35.124" v="1753" actId="47"/>
        <pc:sldMkLst>
          <pc:docMk/>
          <pc:sldMk cId="3299032512" sldId="2147481934"/>
        </pc:sldMkLst>
      </pc:sldChg>
      <pc:sldChg chg="del">
        <pc:chgData name="Nutthapon Boonsupaporn (Ball)" userId="d4cb4c87-378b-487c-a30a-c851ff21ef10" providerId="ADAL" clId="{6FB395A8-3C38-4032-A495-AB685C4CA2EF}" dt="2026-07-03T08:56:36.245" v="1754" actId="47"/>
        <pc:sldMkLst>
          <pc:docMk/>
          <pc:sldMk cId="3661194117" sldId="2147481935"/>
        </pc:sldMkLst>
      </pc:sldChg>
      <pc:sldChg chg="del">
        <pc:chgData name="Nutthapon Boonsupaporn (Ball)" userId="d4cb4c87-378b-487c-a30a-c851ff21ef10" providerId="ADAL" clId="{6FB395A8-3C38-4032-A495-AB685C4CA2EF}" dt="2026-07-03T08:56:37.272" v="1755" actId="47"/>
        <pc:sldMkLst>
          <pc:docMk/>
          <pc:sldMk cId="3652912502" sldId="2147481936"/>
        </pc:sldMkLst>
      </pc:sldChg>
      <pc:sldChg chg="del">
        <pc:chgData name="Nutthapon Boonsupaporn (Ball)" userId="d4cb4c87-378b-487c-a30a-c851ff21ef10" providerId="ADAL" clId="{6FB395A8-3C38-4032-A495-AB685C4CA2EF}" dt="2026-07-03T08:56:38.267" v="1756" actId="47"/>
        <pc:sldMkLst>
          <pc:docMk/>
          <pc:sldMk cId="3706996532" sldId="2147481937"/>
        </pc:sldMkLst>
      </pc:sldChg>
      <pc:sldChg chg="del">
        <pc:chgData name="Nutthapon Boonsupaporn (Ball)" userId="d4cb4c87-378b-487c-a30a-c851ff21ef10" providerId="ADAL" clId="{6FB395A8-3C38-4032-A495-AB685C4CA2EF}" dt="2026-07-03T08:56:39.291" v="1757" actId="47"/>
        <pc:sldMkLst>
          <pc:docMk/>
          <pc:sldMk cId="1724525018" sldId="2147481938"/>
        </pc:sldMkLst>
      </pc:sldChg>
      <pc:sldChg chg="del">
        <pc:chgData name="Nutthapon Boonsupaporn (Ball)" userId="d4cb4c87-378b-487c-a30a-c851ff21ef10" providerId="ADAL" clId="{6FB395A8-3C38-4032-A495-AB685C4CA2EF}" dt="2026-07-03T08:56:40.360" v="1758" actId="47"/>
        <pc:sldMkLst>
          <pc:docMk/>
          <pc:sldMk cId="1027798288" sldId="2147481939"/>
        </pc:sldMkLst>
      </pc:sldChg>
      <pc:sldChg chg="del">
        <pc:chgData name="Nutthapon Boonsupaporn (Ball)" userId="d4cb4c87-378b-487c-a30a-c851ff21ef10" providerId="ADAL" clId="{6FB395A8-3C38-4032-A495-AB685C4CA2EF}" dt="2026-07-03T08:56:41.421" v="1759" actId="47"/>
        <pc:sldMkLst>
          <pc:docMk/>
          <pc:sldMk cId="199512759" sldId="2147481940"/>
        </pc:sldMkLst>
      </pc:sldChg>
      <pc:sldChg chg="del">
        <pc:chgData name="Nutthapon Boonsupaporn (Ball)" userId="d4cb4c87-378b-487c-a30a-c851ff21ef10" providerId="ADAL" clId="{6FB395A8-3C38-4032-A495-AB685C4CA2EF}" dt="2026-07-03T08:56:42.389" v="1760" actId="47"/>
        <pc:sldMkLst>
          <pc:docMk/>
          <pc:sldMk cId="72345431" sldId="2147481941"/>
        </pc:sldMkLst>
      </pc:sldChg>
      <pc:sldChg chg="del">
        <pc:chgData name="Nutthapon Boonsupaporn (Ball)" userId="d4cb4c87-378b-487c-a30a-c851ff21ef10" providerId="ADAL" clId="{6FB395A8-3C38-4032-A495-AB685C4CA2EF}" dt="2026-07-03T08:56:43.661" v="1761" actId="47"/>
        <pc:sldMkLst>
          <pc:docMk/>
          <pc:sldMk cId="4229052235" sldId="2147481942"/>
        </pc:sldMkLst>
      </pc:sldChg>
      <pc:sldChg chg="del">
        <pc:chgData name="Nutthapon Boonsupaporn (Ball)" userId="d4cb4c87-378b-487c-a30a-c851ff21ef10" providerId="ADAL" clId="{6FB395A8-3C38-4032-A495-AB685C4CA2EF}" dt="2026-07-03T09:21:48.429" v="1933" actId="47"/>
        <pc:sldMkLst>
          <pc:docMk/>
          <pc:sldMk cId="4270951177" sldId="2147481948"/>
        </pc:sldMkLst>
      </pc:sldChg>
      <pc:sldChg chg="del">
        <pc:chgData name="Nutthapon Boonsupaporn (Ball)" userId="d4cb4c87-378b-487c-a30a-c851ff21ef10" providerId="ADAL" clId="{6FB395A8-3C38-4032-A495-AB685C4CA2EF}" dt="2026-07-03T08:56:45.528" v="1762" actId="47"/>
        <pc:sldMkLst>
          <pc:docMk/>
          <pc:sldMk cId="395106471" sldId="2147481949"/>
        </pc:sldMkLst>
      </pc:sldChg>
      <pc:sldChg chg="del">
        <pc:chgData name="Nutthapon Boonsupaporn (Ball)" userId="d4cb4c87-378b-487c-a30a-c851ff21ef10" providerId="ADAL" clId="{6FB395A8-3C38-4032-A495-AB685C4CA2EF}" dt="2026-07-03T09:21:48.429" v="1933" actId="47"/>
        <pc:sldMkLst>
          <pc:docMk/>
          <pc:sldMk cId="4278490042" sldId="2147481950"/>
        </pc:sldMkLst>
      </pc:sldChg>
      <pc:sldChg chg="del">
        <pc:chgData name="Nutthapon Boonsupaporn (Ball)" userId="d4cb4c87-378b-487c-a30a-c851ff21ef10" providerId="ADAL" clId="{6FB395A8-3C38-4032-A495-AB685C4CA2EF}" dt="2026-07-03T08:56:46.711" v="1763" actId="47"/>
        <pc:sldMkLst>
          <pc:docMk/>
          <pc:sldMk cId="914403853" sldId="2147481951"/>
        </pc:sldMkLst>
      </pc:sldChg>
      <pc:sldChg chg="add del">
        <pc:chgData name="Nutthapon Boonsupaporn (Ball)" userId="d4cb4c87-378b-487c-a30a-c851ff21ef10" providerId="ADAL" clId="{6FB395A8-3C38-4032-A495-AB685C4CA2EF}" dt="2026-07-03T08:55:50.969" v="1727" actId="47"/>
        <pc:sldMkLst>
          <pc:docMk/>
          <pc:sldMk cId="3573127998" sldId="2147481953"/>
        </pc:sldMkLst>
      </pc:sldChg>
      <pc:sldChg chg="add del">
        <pc:chgData name="Nutthapon Boonsupaporn (Ball)" userId="d4cb4c87-378b-487c-a30a-c851ff21ef10" providerId="ADAL" clId="{6FB395A8-3C38-4032-A495-AB685C4CA2EF}" dt="2026-07-03T08:55:47.366" v="1725" actId="47"/>
        <pc:sldMkLst>
          <pc:docMk/>
          <pc:sldMk cId="3915698314" sldId="2147481955"/>
        </pc:sldMkLst>
      </pc:sldChg>
      <pc:sldChg chg="del">
        <pc:chgData name="Nutthapon Boonsupaporn (Ball)" userId="d4cb4c87-378b-487c-a30a-c851ff21ef10" providerId="ADAL" clId="{6FB395A8-3C38-4032-A495-AB685C4CA2EF}" dt="2026-07-03T09:15:23.233" v="1832" actId="47"/>
        <pc:sldMkLst>
          <pc:docMk/>
          <pc:sldMk cId="2628762275" sldId="2147481987"/>
        </pc:sldMkLst>
      </pc:sldChg>
      <pc:sldChg chg="del">
        <pc:chgData name="Nutthapon Boonsupaporn (Ball)" userId="d4cb4c87-378b-487c-a30a-c851ff21ef10" providerId="ADAL" clId="{6FB395A8-3C38-4032-A495-AB685C4CA2EF}" dt="2026-07-03T09:15:24.748" v="1833" actId="47"/>
        <pc:sldMkLst>
          <pc:docMk/>
          <pc:sldMk cId="863575021" sldId="2147481988"/>
        </pc:sldMkLst>
      </pc:sldChg>
      <pc:sldChg chg="delSp modSp mod">
        <pc:chgData name="Nutthapon Boonsupaporn (Ball)" userId="d4cb4c87-378b-487c-a30a-c851ff21ef10" providerId="ADAL" clId="{6FB395A8-3C38-4032-A495-AB685C4CA2EF}" dt="2026-07-03T09:26:02.216" v="2050"/>
        <pc:sldMkLst>
          <pc:docMk/>
          <pc:sldMk cId="4214236249" sldId="2147481989"/>
        </pc:sldMkLst>
        <pc:spChg chg="mod">
          <ac:chgData name="Nutthapon Boonsupaporn (Ball)" userId="d4cb4c87-378b-487c-a30a-c851ff21ef10" providerId="ADAL" clId="{6FB395A8-3C38-4032-A495-AB685C4CA2EF}" dt="2026-07-03T09:17:33.807" v="1860" actId="1076"/>
          <ac:spMkLst>
            <pc:docMk/>
            <pc:sldMk cId="4214236249" sldId="2147481989"/>
            <ac:spMk id="4" creationId="{F33B4AE3-C92D-FA0A-F761-55D21238728A}"/>
          </ac:spMkLst>
        </pc:spChg>
        <pc:spChg chg="mod">
          <ac:chgData name="Nutthapon Boonsupaporn (Ball)" userId="d4cb4c87-378b-487c-a30a-c851ff21ef10" providerId="ADAL" clId="{6FB395A8-3C38-4032-A495-AB685C4CA2EF}" dt="2026-07-03T09:18:05.412" v="1874" actId="1076"/>
          <ac:spMkLst>
            <pc:docMk/>
            <pc:sldMk cId="4214236249" sldId="2147481989"/>
            <ac:spMk id="7" creationId="{30C27FF9-BE14-9ADE-020C-6599B0C2533D}"/>
          </ac:spMkLst>
        </pc:spChg>
        <pc:spChg chg="mod">
          <ac:chgData name="Nutthapon Boonsupaporn (Ball)" userId="d4cb4c87-378b-487c-a30a-c851ff21ef10" providerId="ADAL" clId="{6FB395A8-3C38-4032-A495-AB685C4CA2EF}" dt="2026-07-03T09:17:30.395" v="1859" actId="1076"/>
          <ac:spMkLst>
            <pc:docMk/>
            <pc:sldMk cId="4214236249" sldId="2147481989"/>
            <ac:spMk id="13" creationId="{17AB0350-BFB1-BB1F-269D-BBB34C32EF4D}"/>
          </ac:spMkLst>
        </pc:spChg>
        <pc:grpChg chg="del mod">
          <ac:chgData name="Nutthapon Boonsupaporn (Ball)" userId="d4cb4c87-378b-487c-a30a-c851ff21ef10" providerId="ADAL" clId="{6FB395A8-3C38-4032-A495-AB685C4CA2EF}" dt="2026-07-03T09:17:37.571" v="1864" actId="478"/>
          <ac:grpSpMkLst>
            <pc:docMk/>
            <pc:sldMk cId="4214236249" sldId="2147481989"/>
            <ac:grpSpMk id="2" creationId="{AD67761D-70A2-7F7A-E678-C8B601EDE83A}"/>
          </ac:grpSpMkLst>
        </pc:grpChg>
        <pc:graphicFrameChg chg="mod modGraphic">
          <ac:chgData name="Nutthapon Boonsupaporn (Ball)" userId="d4cb4c87-378b-487c-a30a-c851ff21ef10" providerId="ADAL" clId="{6FB395A8-3C38-4032-A495-AB685C4CA2EF}" dt="2026-07-03T09:26:02.216" v="2050"/>
          <ac:graphicFrameMkLst>
            <pc:docMk/>
            <pc:sldMk cId="4214236249" sldId="2147481989"/>
            <ac:graphicFrameMk id="6" creationId="{8EDEB9D8-2C6B-E4B4-2268-66C0CE4AF646}"/>
          </ac:graphicFrameMkLst>
        </pc:graphicFrameChg>
        <pc:picChg chg="mod">
          <ac:chgData name="Nutthapon Boonsupaporn (Ball)" userId="d4cb4c87-378b-487c-a30a-c851ff21ef10" providerId="ADAL" clId="{6FB395A8-3C38-4032-A495-AB685C4CA2EF}" dt="2026-07-03T09:19:50.295" v="1903" actId="1076"/>
          <ac:picMkLst>
            <pc:docMk/>
            <pc:sldMk cId="4214236249" sldId="2147481989"/>
            <ac:picMk id="5" creationId="{E44D282A-1F96-C4F7-A56D-50F4346F3715}"/>
          </ac:picMkLst>
        </pc:picChg>
      </pc:sldChg>
      <pc:sldChg chg="delSp modSp del mod">
        <pc:chgData name="Nutthapon Boonsupaporn (Ball)" userId="d4cb4c87-378b-487c-a30a-c851ff21ef10" providerId="ADAL" clId="{6FB395A8-3C38-4032-A495-AB685C4CA2EF}" dt="2026-07-03T09:17:23.758" v="1856" actId="47"/>
        <pc:sldMkLst>
          <pc:docMk/>
          <pc:sldMk cId="4252148906" sldId="2147481990"/>
        </pc:sldMkLst>
        <pc:spChg chg="mod">
          <ac:chgData name="Nutthapon Boonsupaporn (Ball)" userId="d4cb4c87-378b-487c-a30a-c851ff21ef10" providerId="ADAL" clId="{6FB395A8-3C38-4032-A495-AB685C4CA2EF}" dt="2026-07-03T09:14:41.501" v="1828" actId="1035"/>
          <ac:spMkLst>
            <pc:docMk/>
            <pc:sldMk cId="4252148906" sldId="2147481990"/>
            <ac:spMk id="4" creationId="{F8EC53C8-FB65-88CF-451F-88B27756743E}"/>
          </ac:spMkLst>
        </pc:spChg>
        <pc:spChg chg="mod">
          <ac:chgData name="Nutthapon Boonsupaporn (Ball)" userId="d4cb4c87-378b-487c-a30a-c851ff21ef10" providerId="ADAL" clId="{6FB395A8-3C38-4032-A495-AB685C4CA2EF}" dt="2026-07-03T09:15:00.820" v="1831" actId="1076"/>
          <ac:spMkLst>
            <pc:docMk/>
            <pc:sldMk cId="4252148906" sldId="2147481990"/>
            <ac:spMk id="7" creationId="{4B0CB06A-3D5B-09B2-AFB8-45689EE0AC6F}"/>
          </ac:spMkLst>
        </pc:spChg>
        <pc:spChg chg="mod">
          <ac:chgData name="Nutthapon Boonsupaporn (Ball)" userId="d4cb4c87-378b-487c-a30a-c851ff21ef10" providerId="ADAL" clId="{6FB395A8-3C38-4032-A495-AB685C4CA2EF}" dt="2026-07-03T09:14:41.501" v="1828" actId="1035"/>
          <ac:spMkLst>
            <pc:docMk/>
            <pc:sldMk cId="4252148906" sldId="2147481990"/>
            <ac:spMk id="13" creationId="{78F3071E-110C-6024-DE60-2EAE593334F8}"/>
          </ac:spMkLst>
        </pc:spChg>
        <pc:grpChg chg="del">
          <ac:chgData name="Nutthapon Boonsupaporn (Ball)" userId="d4cb4c87-378b-487c-a30a-c851ff21ef10" providerId="ADAL" clId="{6FB395A8-3C38-4032-A495-AB685C4CA2EF}" dt="2026-07-03T09:08:03.848" v="1767" actId="478"/>
          <ac:grpSpMkLst>
            <pc:docMk/>
            <pc:sldMk cId="4252148906" sldId="2147481990"/>
            <ac:grpSpMk id="12" creationId="{FD0EBDFF-E6FF-9F90-9392-294CF9800B37}"/>
          </ac:grpSpMkLst>
        </pc:grpChg>
        <pc:graphicFrameChg chg="mod">
          <ac:chgData name="Nutthapon Boonsupaporn (Ball)" userId="d4cb4c87-378b-487c-a30a-c851ff21ef10" providerId="ADAL" clId="{6FB395A8-3C38-4032-A495-AB685C4CA2EF}" dt="2026-07-03T09:14:37.129" v="1821" actId="1076"/>
          <ac:graphicFrameMkLst>
            <pc:docMk/>
            <pc:sldMk cId="4252148906" sldId="2147481990"/>
            <ac:graphicFrameMk id="6" creationId="{BAD5B2E4-BA0A-BA1D-2D4F-9EA9F664B75B}"/>
          </ac:graphicFrameMkLst>
        </pc:graphicFrameChg>
      </pc:sldChg>
      <pc:sldChg chg="addSp delSp modSp mod">
        <pc:chgData name="Nutthapon Boonsupaporn (Ball)" userId="d4cb4c87-378b-487c-a30a-c851ff21ef10" providerId="ADAL" clId="{6FB395A8-3C38-4032-A495-AB685C4CA2EF}" dt="2026-07-03T09:26:31.885" v="2060" actId="478"/>
        <pc:sldMkLst>
          <pc:docMk/>
          <pc:sldMk cId="1857666601" sldId="2147481991"/>
        </pc:sldMkLst>
        <pc:spChg chg="add mod">
          <ac:chgData name="Nutthapon Boonsupaporn (Ball)" userId="d4cb4c87-378b-487c-a30a-c851ff21ef10" providerId="ADAL" clId="{6FB395A8-3C38-4032-A495-AB685C4CA2EF}" dt="2026-07-03T09:18:29.404" v="1877" actId="1076"/>
          <ac:spMkLst>
            <pc:docMk/>
            <pc:sldMk cId="1857666601" sldId="2147481991"/>
            <ac:spMk id="3" creationId="{0051A078-D8AD-05C2-BED3-DD263FB28B12}"/>
          </ac:spMkLst>
        </pc:spChg>
        <pc:spChg chg="add mod">
          <ac:chgData name="Nutthapon Boonsupaporn (Ball)" userId="d4cb4c87-378b-487c-a30a-c851ff21ef10" providerId="ADAL" clId="{6FB395A8-3C38-4032-A495-AB685C4CA2EF}" dt="2026-07-03T09:18:32.639" v="1878" actId="1076"/>
          <ac:spMkLst>
            <pc:docMk/>
            <pc:sldMk cId="1857666601" sldId="2147481991"/>
            <ac:spMk id="6" creationId="{7D55B6CC-E07A-B0F7-06DC-3599454E30D0}"/>
          </ac:spMkLst>
        </pc:spChg>
        <pc:spChg chg="mod">
          <ac:chgData name="Nutthapon Boonsupaporn (Ball)" userId="d4cb4c87-378b-487c-a30a-c851ff21ef10" providerId="ADAL" clId="{6FB395A8-3C38-4032-A495-AB685C4CA2EF}" dt="2026-07-03T09:20:43.473" v="1920" actId="1076"/>
          <ac:spMkLst>
            <pc:docMk/>
            <pc:sldMk cId="1857666601" sldId="2147481991"/>
            <ac:spMk id="543" creationId="{9C8B23E6-4A0D-7A33-E2F6-D94A05B56B4E}"/>
          </ac:spMkLst>
        </pc:spChg>
        <pc:graphicFrameChg chg="add mod">
          <ac:chgData name="Nutthapon Boonsupaporn (Ball)" userId="d4cb4c87-378b-487c-a30a-c851ff21ef10" providerId="ADAL" clId="{6FB395A8-3C38-4032-A495-AB685C4CA2EF}" dt="2026-07-03T09:26:29.445" v="2059"/>
          <ac:graphicFrameMkLst>
            <pc:docMk/>
            <pc:sldMk cId="1857666601" sldId="2147481991"/>
            <ac:graphicFrameMk id="5" creationId="{491C3725-4013-DEBF-0DDE-7D0F9F3144DE}"/>
          </ac:graphicFrameMkLst>
        </pc:graphicFrameChg>
        <pc:graphicFrameChg chg="add del mod modGraphic">
          <ac:chgData name="Nutthapon Boonsupaporn (Ball)" userId="d4cb4c87-378b-487c-a30a-c851ff21ef10" providerId="ADAL" clId="{6FB395A8-3C38-4032-A495-AB685C4CA2EF}" dt="2026-07-03T09:26:31.885" v="2060" actId="478"/>
          <ac:graphicFrameMkLst>
            <pc:docMk/>
            <pc:sldMk cId="1857666601" sldId="2147481991"/>
            <ac:graphicFrameMk id="13" creationId="{1637F014-97EF-185E-32CA-9792504AD0B5}"/>
          </ac:graphicFrameMkLst>
        </pc:graphicFrameChg>
        <pc:picChg chg="mod">
          <ac:chgData name="Nutthapon Boonsupaporn (Ball)" userId="d4cb4c87-378b-487c-a30a-c851ff21ef10" providerId="ADAL" clId="{6FB395A8-3C38-4032-A495-AB685C4CA2EF}" dt="2026-07-03T09:19:55.251" v="1908" actId="1036"/>
          <ac:picMkLst>
            <pc:docMk/>
            <pc:sldMk cId="1857666601" sldId="2147481991"/>
            <ac:picMk id="2" creationId="{3B36052E-0FB9-ED62-63DE-67FBCB550C8C}"/>
          </ac:picMkLst>
        </pc:picChg>
        <pc:picChg chg="del">
          <ac:chgData name="Nutthapon Boonsupaporn (Ball)" userId="d4cb4c87-378b-487c-a30a-c851ff21ef10" providerId="ADAL" clId="{6FB395A8-3C38-4032-A495-AB685C4CA2EF}" dt="2026-07-03T09:07:55.659" v="1765" actId="478"/>
          <ac:picMkLst>
            <pc:docMk/>
            <pc:sldMk cId="1857666601" sldId="2147481991"/>
            <ac:picMk id="5" creationId="{013569D3-7E0A-253F-4E5A-9FBD9A45DC84}"/>
          </ac:picMkLst>
        </pc:picChg>
        <pc:picChg chg="del">
          <ac:chgData name="Nutthapon Boonsupaporn (Ball)" userId="d4cb4c87-378b-487c-a30a-c851ff21ef10" providerId="ADAL" clId="{6FB395A8-3C38-4032-A495-AB685C4CA2EF}" dt="2026-07-03T09:07:55.055" v="1764" actId="478"/>
          <ac:picMkLst>
            <pc:docMk/>
            <pc:sldMk cId="1857666601" sldId="2147481991"/>
            <ac:picMk id="7" creationId="{1B03BD82-09A2-12AC-68DD-B7C5CCF0991D}"/>
          </ac:picMkLst>
        </pc:picChg>
      </pc:sldChg>
      <pc:sldChg chg="addSp delSp modSp mod">
        <pc:chgData name="Nutthapon Boonsupaporn (Ball)" userId="d4cb4c87-378b-487c-a30a-c851ff21ef10" providerId="ADAL" clId="{6FB395A8-3C38-4032-A495-AB685C4CA2EF}" dt="2026-07-03T09:26:52.822" v="2066" actId="478"/>
        <pc:sldMkLst>
          <pc:docMk/>
          <pc:sldMk cId="1045728347" sldId="2147481992"/>
        </pc:sldMkLst>
        <pc:spChg chg="add del mod">
          <ac:chgData name="Nutthapon Boonsupaporn (Ball)" userId="d4cb4c87-378b-487c-a30a-c851ff21ef10" providerId="ADAL" clId="{6FB395A8-3C38-4032-A495-AB685C4CA2EF}" dt="2026-07-03T09:18:37.531" v="1879" actId="478"/>
          <ac:spMkLst>
            <pc:docMk/>
            <pc:sldMk cId="1045728347" sldId="2147481992"/>
            <ac:spMk id="2" creationId="{02816785-3912-E362-F564-D8C84F8EAEB7}"/>
          </ac:spMkLst>
        </pc:spChg>
        <pc:spChg chg="add del mod">
          <ac:chgData name="Nutthapon Boonsupaporn (Ball)" userId="d4cb4c87-378b-487c-a30a-c851ff21ef10" providerId="ADAL" clId="{6FB395A8-3C38-4032-A495-AB685C4CA2EF}" dt="2026-07-03T09:18:37.531" v="1879" actId="478"/>
          <ac:spMkLst>
            <pc:docMk/>
            <pc:sldMk cId="1045728347" sldId="2147481992"/>
            <ac:spMk id="6" creationId="{F414F13E-264E-4161-AEC1-70E9C8C4D7BE}"/>
          </ac:spMkLst>
        </pc:spChg>
        <pc:spChg chg="add del mod">
          <ac:chgData name="Nutthapon Boonsupaporn (Ball)" userId="d4cb4c87-378b-487c-a30a-c851ff21ef10" providerId="ADAL" clId="{6FB395A8-3C38-4032-A495-AB685C4CA2EF}" dt="2026-07-03T09:18:40.150" v="1882" actId="478"/>
          <ac:spMkLst>
            <pc:docMk/>
            <pc:sldMk cId="1045728347" sldId="2147481992"/>
            <ac:spMk id="7" creationId="{44E03E52-4137-0FA6-17A9-9EEE0B2B1331}"/>
          </ac:spMkLst>
        </pc:spChg>
        <pc:spChg chg="add del mod">
          <ac:chgData name="Nutthapon Boonsupaporn (Ball)" userId="d4cb4c87-378b-487c-a30a-c851ff21ef10" providerId="ADAL" clId="{6FB395A8-3C38-4032-A495-AB685C4CA2EF}" dt="2026-07-03T09:18:40.150" v="1882" actId="478"/>
          <ac:spMkLst>
            <pc:docMk/>
            <pc:sldMk cId="1045728347" sldId="2147481992"/>
            <ac:spMk id="10" creationId="{B588262C-2EB4-BE8F-2FE0-50166582BB94}"/>
          </ac:spMkLst>
        </pc:spChg>
        <pc:spChg chg="mod">
          <ac:chgData name="Nutthapon Boonsupaporn (Ball)" userId="d4cb4c87-378b-487c-a30a-c851ff21ef10" providerId="ADAL" clId="{6FB395A8-3C38-4032-A495-AB685C4CA2EF}" dt="2026-07-03T09:20:50.823" v="1922" actId="207"/>
          <ac:spMkLst>
            <pc:docMk/>
            <pc:sldMk cId="1045728347" sldId="2147481992"/>
            <ac:spMk id="11" creationId="{5C77D409-47CB-C87B-DB47-88F90F35964F}"/>
          </ac:spMkLst>
        </pc:spChg>
        <pc:spChg chg="add mod">
          <ac:chgData name="Nutthapon Boonsupaporn (Ball)" userId="d4cb4c87-378b-487c-a30a-c851ff21ef10" providerId="ADAL" clId="{6FB395A8-3C38-4032-A495-AB685C4CA2EF}" dt="2026-07-03T09:18:38.579" v="1881"/>
          <ac:spMkLst>
            <pc:docMk/>
            <pc:sldMk cId="1045728347" sldId="2147481992"/>
            <ac:spMk id="12" creationId="{3E81C027-1B66-5F56-E332-D68D13437AF2}"/>
          </ac:spMkLst>
        </pc:spChg>
        <pc:spChg chg="add mod">
          <ac:chgData name="Nutthapon Boonsupaporn (Ball)" userId="d4cb4c87-378b-487c-a30a-c851ff21ef10" providerId="ADAL" clId="{6FB395A8-3C38-4032-A495-AB685C4CA2EF}" dt="2026-07-03T09:18:38.579" v="1881"/>
          <ac:spMkLst>
            <pc:docMk/>
            <pc:sldMk cId="1045728347" sldId="2147481992"/>
            <ac:spMk id="13" creationId="{AEBA7CE2-C076-0C9F-3FFD-0C50D5D017C1}"/>
          </ac:spMkLst>
        </pc:spChg>
        <pc:spChg chg="add mod">
          <ac:chgData name="Nutthapon Boonsupaporn (Ball)" userId="d4cb4c87-378b-487c-a30a-c851ff21ef10" providerId="ADAL" clId="{6FB395A8-3C38-4032-A495-AB685C4CA2EF}" dt="2026-07-03T09:18:40.512" v="1883"/>
          <ac:spMkLst>
            <pc:docMk/>
            <pc:sldMk cId="1045728347" sldId="2147481992"/>
            <ac:spMk id="14" creationId="{CE616D55-059E-2558-05B3-152B2DCFB73A}"/>
          </ac:spMkLst>
        </pc:spChg>
        <pc:spChg chg="add mod">
          <ac:chgData name="Nutthapon Boonsupaporn (Ball)" userId="d4cb4c87-378b-487c-a30a-c851ff21ef10" providerId="ADAL" clId="{6FB395A8-3C38-4032-A495-AB685C4CA2EF}" dt="2026-07-03T09:18:40.512" v="1883"/>
          <ac:spMkLst>
            <pc:docMk/>
            <pc:sldMk cId="1045728347" sldId="2147481992"/>
            <ac:spMk id="15" creationId="{70186FB5-2894-2146-D28E-783C8EF8A486}"/>
          </ac:spMkLst>
        </pc:spChg>
        <pc:graphicFrameChg chg="del mod">
          <ac:chgData name="Nutthapon Boonsupaporn (Ball)" userId="d4cb4c87-378b-487c-a30a-c851ff21ef10" providerId="ADAL" clId="{6FB395A8-3C38-4032-A495-AB685C4CA2EF}" dt="2026-07-03T09:26:52.822" v="2066" actId="478"/>
          <ac:graphicFrameMkLst>
            <pc:docMk/>
            <pc:sldMk cId="1045728347" sldId="2147481992"/>
            <ac:graphicFrameMk id="9" creationId="{D78EB393-1782-0B7E-E4C4-95547AD5DF60}"/>
          </ac:graphicFrameMkLst>
        </pc:graphicFrameChg>
        <pc:graphicFrameChg chg="add mod modGraphic">
          <ac:chgData name="Nutthapon Boonsupaporn (Ball)" userId="d4cb4c87-378b-487c-a30a-c851ff21ef10" providerId="ADAL" clId="{6FB395A8-3C38-4032-A495-AB685C4CA2EF}" dt="2026-07-03T09:26:51.077" v="2065" actId="2165"/>
          <ac:graphicFrameMkLst>
            <pc:docMk/>
            <pc:sldMk cId="1045728347" sldId="2147481992"/>
            <ac:graphicFrameMk id="16" creationId="{876AF80F-EA81-3341-33E7-A8DFC5084330}"/>
          </ac:graphicFrameMkLst>
        </pc:graphicFrameChg>
        <pc:picChg chg="mod">
          <ac:chgData name="Nutthapon Boonsupaporn (Ball)" userId="d4cb4c87-378b-487c-a30a-c851ff21ef10" providerId="ADAL" clId="{6FB395A8-3C38-4032-A495-AB685C4CA2EF}" dt="2026-07-03T09:19:58.721" v="1909" actId="1076"/>
          <ac:picMkLst>
            <pc:docMk/>
            <pc:sldMk cId="1045728347" sldId="2147481992"/>
            <ac:picMk id="4" creationId="{728FB562-F781-FC17-F5CD-5D3BDA831AAD}"/>
          </ac:picMkLst>
        </pc:picChg>
        <pc:picChg chg="del">
          <ac:chgData name="Nutthapon Boonsupaporn (Ball)" userId="d4cb4c87-378b-487c-a30a-c851ff21ef10" providerId="ADAL" clId="{6FB395A8-3C38-4032-A495-AB685C4CA2EF}" dt="2026-07-03T09:07:57.468" v="1766" actId="478"/>
          <ac:picMkLst>
            <pc:docMk/>
            <pc:sldMk cId="1045728347" sldId="2147481992"/>
            <ac:picMk id="5" creationId="{3145DD76-77D5-E568-ACA0-B9C4F1168032}"/>
          </ac:picMkLst>
        </pc:picChg>
      </pc:sldChg>
      <pc:sldChg chg="addSp delSp modSp mod">
        <pc:chgData name="Nutthapon Boonsupaporn (Ball)" userId="d4cb4c87-378b-487c-a30a-c851ff21ef10" providerId="ADAL" clId="{6FB395A8-3C38-4032-A495-AB685C4CA2EF}" dt="2026-07-03T09:27:37.953" v="2078" actId="478"/>
        <pc:sldMkLst>
          <pc:docMk/>
          <pc:sldMk cId="2929075823" sldId="2147481993"/>
        </pc:sldMkLst>
        <pc:spChg chg="add del mod">
          <ac:chgData name="Nutthapon Boonsupaporn (Ball)" userId="d4cb4c87-378b-487c-a30a-c851ff21ef10" providerId="ADAL" clId="{6FB395A8-3C38-4032-A495-AB685C4CA2EF}" dt="2026-07-03T09:20:24.970" v="1915" actId="478"/>
          <ac:spMkLst>
            <pc:docMk/>
            <pc:sldMk cId="2929075823" sldId="2147481993"/>
            <ac:spMk id="3" creationId="{C5DDE0DA-6DD2-113B-AD8A-6A093A4A61B2}"/>
          </ac:spMkLst>
        </pc:spChg>
        <pc:spChg chg="add del mod">
          <ac:chgData name="Nutthapon Boonsupaporn (Ball)" userId="d4cb4c87-378b-487c-a30a-c851ff21ef10" providerId="ADAL" clId="{6FB395A8-3C38-4032-A495-AB685C4CA2EF}" dt="2026-07-03T09:20:24.970" v="1915" actId="478"/>
          <ac:spMkLst>
            <pc:docMk/>
            <pc:sldMk cId="2929075823" sldId="2147481993"/>
            <ac:spMk id="4" creationId="{07BDE83C-0158-4BF5-0A79-673578B20866}"/>
          </ac:spMkLst>
        </pc:spChg>
        <pc:spChg chg="add del mod">
          <ac:chgData name="Nutthapon Boonsupaporn (Ball)" userId="d4cb4c87-378b-487c-a30a-c851ff21ef10" providerId="ADAL" clId="{6FB395A8-3C38-4032-A495-AB685C4CA2EF}" dt="2026-07-03T09:20:27.766" v="1916" actId="478"/>
          <ac:spMkLst>
            <pc:docMk/>
            <pc:sldMk cId="2929075823" sldId="2147481993"/>
            <ac:spMk id="7" creationId="{1BA0D012-7584-4DAF-C74B-99BEE5D578B0}"/>
          </ac:spMkLst>
        </pc:spChg>
        <pc:spChg chg="add del mod">
          <ac:chgData name="Nutthapon Boonsupaporn (Ball)" userId="d4cb4c87-378b-487c-a30a-c851ff21ef10" providerId="ADAL" clId="{6FB395A8-3C38-4032-A495-AB685C4CA2EF}" dt="2026-07-03T09:20:27.766" v="1916" actId="478"/>
          <ac:spMkLst>
            <pc:docMk/>
            <pc:sldMk cId="2929075823" sldId="2147481993"/>
            <ac:spMk id="9" creationId="{C73A4E8E-9A64-B3C6-A72F-ADDCAE67003E}"/>
          </ac:spMkLst>
        </pc:spChg>
        <pc:spChg chg="add mod">
          <ac:chgData name="Nutthapon Boonsupaporn (Ball)" userId="d4cb4c87-378b-487c-a30a-c851ff21ef10" providerId="ADAL" clId="{6FB395A8-3C38-4032-A495-AB685C4CA2EF}" dt="2026-07-03T09:20:28.274" v="1917"/>
          <ac:spMkLst>
            <pc:docMk/>
            <pc:sldMk cId="2929075823" sldId="2147481993"/>
            <ac:spMk id="10" creationId="{332AFA66-961C-4BCA-E19F-4C17F0DEEEAE}"/>
          </ac:spMkLst>
        </pc:spChg>
        <pc:spChg chg="add mod">
          <ac:chgData name="Nutthapon Boonsupaporn (Ball)" userId="d4cb4c87-378b-487c-a30a-c851ff21ef10" providerId="ADAL" clId="{6FB395A8-3C38-4032-A495-AB685C4CA2EF}" dt="2026-07-03T09:20:28.274" v="1917"/>
          <ac:spMkLst>
            <pc:docMk/>
            <pc:sldMk cId="2929075823" sldId="2147481993"/>
            <ac:spMk id="11" creationId="{1AEFC1BA-7480-F942-142C-06A784E18549}"/>
          </ac:spMkLst>
        </pc:spChg>
        <pc:spChg chg="mod">
          <ac:chgData name="Nutthapon Boonsupaporn (Ball)" userId="d4cb4c87-378b-487c-a30a-c851ff21ef10" providerId="ADAL" clId="{6FB395A8-3C38-4032-A495-AB685C4CA2EF}" dt="2026-07-03T09:21:14.823" v="1930" actId="1076"/>
          <ac:spMkLst>
            <pc:docMk/>
            <pc:sldMk cId="2929075823" sldId="2147481993"/>
            <ac:spMk id="543" creationId="{1456EE05-119A-0E04-287A-BBC80DB67A42}"/>
          </ac:spMkLst>
        </pc:spChg>
        <pc:graphicFrameChg chg="add mod">
          <ac:chgData name="Nutthapon Boonsupaporn (Ball)" userId="d4cb4c87-378b-487c-a30a-c851ff21ef10" providerId="ADAL" clId="{6FB395A8-3C38-4032-A495-AB685C4CA2EF}" dt="2026-07-03T09:27:35.914" v="2077"/>
          <ac:graphicFrameMkLst>
            <pc:docMk/>
            <pc:sldMk cId="2929075823" sldId="2147481993"/>
            <ac:graphicFrameMk id="12" creationId="{F7860D96-A167-EC24-BFD5-F3E93F5ED3BD}"/>
          </ac:graphicFrameMkLst>
        </pc:graphicFrameChg>
        <pc:graphicFrameChg chg="del mod">
          <ac:chgData name="Nutthapon Boonsupaporn (Ball)" userId="d4cb4c87-378b-487c-a30a-c851ff21ef10" providerId="ADAL" clId="{6FB395A8-3C38-4032-A495-AB685C4CA2EF}" dt="2026-07-03T09:27:37.953" v="2078" actId="478"/>
          <ac:graphicFrameMkLst>
            <pc:docMk/>
            <pc:sldMk cId="2929075823" sldId="2147481993"/>
            <ac:graphicFrameMk id="13" creationId="{8BC19E76-5765-C540-D37B-0DCA2C609AB6}"/>
          </ac:graphicFrameMkLst>
        </pc:graphicFrameChg>
        <pc:picChg chg="mod">
          <ac:chgData name="Nutthapon Boonsupaporn (Ball)" userId="d4cb4c87-378b-487c-a30a-c851ff21ef10" providerId="ADAL" clId="{6FB395A8-3C38-4032-A495-AB685C4CA2EF}" dt="2026-07-03T09:20:11.381" v="1913" actId="1036"/>
          <ac:picMkLst>
            <pc:docMk/>
            <pc:sldMk cId="2929075823" sldId="2147481993"/>
            <ac:picMk id="2" creationId="{E6CE3F91-7479-FEF6-8632-5E954CE983E1}"/>
          </ac:picMkLst>
        </pc:picChg>
        <pc:picChg chg="del mod">
          <ac:chgData name="Nutthapon Boonsupaporn (Ball)" userId="d4cb4c87-378b-487c-a30a-c851ff21ef10" providerId="ADAL" clId="{6FB395A8-3C38-4032-A495-AB685C4CA2EF}" dt="2026-07-03T08:56:00.072" v="1732" actId="478"/>
          <ac:picMkLst>
            <pc:docMk/>
            <pc:sldMk cId="2929075823" sldId="2147481993"/>
            <ac:picMk id="9" creationId="{EB3FAC0F-DE86-5CF5-E138-AB79B5BD70ED}"/>
          </ac:picMkLst>
        </pc:picChg>
        <pc:picChg chg="del">
          <ac:chgData name="Nutthapon Boonsupaporn (Ball)" userId="d4cb4c87-378b-487c-a30a-c851ff21ef10" providerId="ADAL" clId="{6FB395A8-3C38-4032-A495-AB685C4CA2EF}" dt="2026-07-03T08:56:00.520" v="1733" actId="478"/>
          <ac:picMkLst>
            <pc:docMk/>
            <pc:sldMk cId="2929075823" sldId="2147481993"/>
            <ac:picMk id="11" creationId="{9FE44DE6-B2D3-8E86-C579-4BEE0114C81A}"/>
          </ac:picMkLst>
        </pc:picChg>
      </pc:sldChg>
      <pc:sldChg chg="addSp delSp modSp mod">
        <pc:chgData name="Nutthapon Boonsupaporn (Ball)" userId="d4cb4c87-378b-487c-a30a-c851ff21ef10" providerId="ADAL" clId="{6FB395A8-3C38-4032-A495-AB685C4CA2EF}" dt="2026-07-03T09:27:27.866" v="2074" actId="1076"/>
        <pc:sldMkLst>
          <pc:docMk/>
          <pc:sldMk cId="2168968135" sldId="2147481994"/>
        </pc:sldMkLst>
        <pc:spChg chg="add del mod">
          <ac:chgData name="Nutthapon Boonsupaporn (Ball)" userId="d4cb4c87-378b-487c-a30a-c851ff21ef10" providerId="ADAL" clId="{6FB395A8-3C38-4032-A495-AB685C4CA2EF}" dt="2026-07-03T09:19:26.410" v="1899" actId="478"/>
          <ac:spMkLst>
            <pc:docMk/>
            <pc:sldMk cId="2168968135" sldId="2147481994"/>
            <ac:spMk id="2" creationId="{8F597592-4431-AF4C-C2D0-742539DEBF89}"/>
          </ac:spMkLst>
        </pc:spChg>
        <pc:spChg chg="add del mod">
          <ac:chgData name="Nutthapon Boonsupaporn (Ball)" userId="d4cb4c87-378b-487c-a30a-c851ff21ef10" providerId="ADAL" clId="{6FB395A8-3C38-4032-A495-AB685C4CA2EF}" dt="2026-07-03T09:19:26.410" v="1899" actId="478"/>
          <ac:spMkLst>
            <pc:docMk/>
            <pc:sldMk cId="2168968135" sldId="2147481994"/>
            <ac:spMk id="3" creationId="{205DA17D-900B-7685-6A8D-B2469F49B538}"/>
          </ac:spMkLst>
        </pc:spChg>
        <pc:spChg chg="add del mod">
          <ac:chgData name="Nutthapon Boonsupaporn (Ball)" userId="d4cb4c87-378b-487c-a30a-c851ff21ef10" providerId="ADAL" clId="{6FB395A8-3C38-4032-A495-AB685C4CA2EF}" dt="2026-07-03T09:19:28.709" v="1900" actId="478"/>
          <ac:spMkLst>
            <pc:docMk/>
            <pc:sldMk cId="2168968135" sldId="2147481994"/>
            <ac:spMk id="6" creationId="{847EC7BE-22B9-6BE5-9FC1-3B50517584A5}"/>
          </ac:spMkLst>
        </pc:spChg>
        <pc:spChg chg="add del mod">
          <ac:chgData name="Nutthapon Boonsupaporn (Ball)" userId="d4cb4c87-378b-487c-a30a-c851ff21ef10" providerId="ADAL" clId="{6FB395A8-3C38-4032-A495-AB685C4CA2EF}" dt="2026-07-03T09:19:28.709" v="1900" actId="478"/>
          <ac:spMkLst>
            <pc:docMk/>
            <pc:sldMk cId="2168968135" sldId="2147481994"/>
            <ac:spMk id="10" creationId="{6659E9CF-60D9-9B50-76C6-E7634744A529}"/>
          </ac:spMkLst>
        </pc:spChg>
        <pc:spChg chg="mod">
          <ac:chgData name="Nutthapon Boonsupaporn (Ball)" userId="d4cb4c87-378b-487c-a30a-c851ff21ef10" providerId="ADAL" clId="{6FB395A8-3C38-4032-A495-AB685C4CA2EF}" dt="2026-07-03T09:21:07.399" v="1927" actId="207"/>
          <ac:spMkLst>
            <pc:docMk/>
            <pc:sldMk cId="2168968135" sldId="2147481994"/>
            <ac:spMk id="11" creationId="{5C77D409-47CB-C87B-DB47-88F90F35964F}"/>
          </ac:spMkLst>
        </pc:spChg>
        <pc:spChg chg="add mod">
          <ac:chgData name="Nutthapon Boonsupaporn (Ball)" userId="d4cb4c87-378b-487c-a30a-c851ff21ef10" providerId="ADAL" clId="{6FB395A8-3C38-4032-A495-AB685C4CA2EF}" dt="2026-07-03T09:19:29.023" v="1901"/>
          <ac:spMkLst>
            <pc:docMk/>
            <pc:sldMk cId="2168968135" sldId="2147481994"/>
            <ac:spMk id="12" creationId="{547E30A1-149D-44CD-E980-75ECA21A65D2}"/>
          </ac:spMkLst>
        </pc:spChg>
        <pc:spChg chg="add mod">
          <ac:chgData name="Nutthapon Boonsupaporn (Ball)" userId="d4cb4c87-378b-487c-a30a-c851ff21ef10" providerId="ADAL" clId="{6FB395A8-3C38-4032-A495-AB685C4CA2EF}" dt="2026-07-03T09:19:29.023" v="1901"/>
          <ac:spMkLst>
            <pc:docMk/>
            <pc:sldMk cId="2168968135" sldId="2147481994"/>
            <ac:spMk id="13" creationId="{6D0245CA-2A78-EDAD-9F50-6CD23A3CB786}"/>
          </ac:spMkLst>
        </pc:spChg>
        <pc:graphicFrameChg chg="del mod">
          <ac:chgData name="Nutthapon Boonsupaporn (Ball)" userId="d4cb4c87-378b-487c-a30a-c851ff21ef10" providerId="ADAL" clId="{6FB395A8-3C38-4032-A495-AB685C4CA2EF}" dt="2026-07-03T09:27:22.061" v="2073" actId="478"/>
          <ac:graphicFrameMkLst>
            <pc:docMk/>
            <pc:sldMk cId="2168968135" sldId="2147481994"/>
            <ac:graphicFrameMk id="9" creationId="{D78EB393-1782-0B7E-E4C4-95547AD5DF60}"/>
          </ac:graphicFrameMkLst>
        </pc:graphicFrameChg>
        <pc:graphicFrameChg chg="add mod modGraphic">
          <ac:chgData name="Nutthapon Boonsupaporn (Ball)" userId="d4cb4c87-378b-487c-a30a-c851ff21ef10" providerId="ADAL" clId="{6FB395A8-3C38-4032-A495-AB685C4CA2EF}" dt="2026-07-03T09:27:27.866" v="2074" actId="1076"/>
          <ac:graphicFrameMkLst>
            <pc:docMk/>
            <pc:sldMk cId="2168968135" sldId="2147481994"/>
            <ac:graphicFrameMk id="14" creationId="{A6CB3C12-2F83-E531-CA7D-3014B843DA7E}"/>
          </ac:graphicFrameMkLst>
        </pc:graphicFrameChg>
        <pc:picChg chg="mod">
          <ac:chgData name="Nutthapon Boonsupaporn (Ball)" userId="d4cb4c87-378b-487c-a30a-c851ff21ef10" providerId="ADAL" clId="{6FB395A8-3C38-4032-A495-AB685C4CA2EF}" dt="2026-07-03T09:19:34.551" v="1902" actId="1076"/>
          <ac:picMkLst>
            <pc:docMk/>
            <pc:sldMk cId="2168968135" sldId="2147481994"/>
            <ac:picMk id="4" creationId="{728FB562-F781-FC17-F5CD-5D3BDA831AAD}"/>
          </ac:picMkLst>
        </pc:picChg>
        <pc:picChg chg="del">
          <ac:chgData name="Nutthapon Boonsupaporn (Ball)" userId="d4cb4c87-378b-487c-a30a-c851ff21ef10" providerId="ADAL" clId="{6FB395A8-3C38-4032-A495-AB685C4CA2EF}" dt="2026-07-03T08:55:58.879" v="1730" actId="478"/>
          <ac:picMkLst>
            <pc:docMk/>
            <pc:sldMk cId="2168968135" sldId="2147481994"/>
            <ac:picMk id="10" creationId="{1025A7ED-53AB-76B2-1BE1-70FCF6CB637F}"/>
          </ac:picMkLst>
        </pc:picChg>
      </pc:sldChg>
      <pc:sldChg chg="addSp delSp modSp mod">
        <pc:chgData name="Nutthapon Boonsupaporn (Ball)" userId="d4cb4c87-378b-487c-a30a-c851ff21ef10" providerId="ADAL" clId="{6FB395A8-3C38-4032-A495-AB685C4CA2EF}" dt="2026-07-03T09:28:11.166" v="2083" actId="2165"/>
        <pc:sldMkLst>
          <pc:docMk/>
          <pc:sldMk cId="1152732638" sldId="2147481995"/>
        </pc:sldMkLst>
        <pc:spChg chg="add mod">
          <ac:chgData name="Nutthapon Boonsupaporn (Ball)" userId="d4cb4c87-378b-487c-a30a-c851ff21ef10" providerId="ADAL" clId="{6FB395A8-3C38-4032-A495-AB685C4CA2EF}" dt="2026-07-03T09:20:31.080" v="1918"/>
          <ac:spMkLst>
            <pc:docMk/>
            <pc:sldMk cId="1152732638" sldId="2147481995"/>
            <ac:spMk id="2" creationId="{1AA03132-D2D5-5F6D-8A2B-42C58B879317}"/>
          </ac:spMkLst>
        </pc:spChg>
        <pc:spChg chg="add mod">
          <ac:chgData name="Nutthapon Boonsupaporn (Ball)" userId="d4cb4c87-378b-487c-a30a-c851ff21ef10" providerId="ADAL" clId="{6FB395A8-3C38-4032-A495-AB685C4CA2EF}" dt="2026-07-03T09:20:31.080" v="1918"/>
          <ac:spMkLst>
            <pc:docMk/>
            <pc:sldMk cId="1152732638" sldId="2147481995"/>
            <ac:spMk id="3" creationId="{63FF9CF2-D084-C7EF-45E8-3D7551A65DD1}"/>
          </ac:spMkLst>
        </pc:spChg>
        <pc:spChg chg="mod">
          <ac:chgData name="Nutthapon Boonsupaporn (Ball)" userId="d4cb4c87-378b-487c-a30a-c851ff21ef10" providerId="ADAL" clId="{6FB395A8-3C38-4032-A495-AB685C4CA2EF}" dt="2026-07-03T09:21:22.617" v="1932" actId="207"/>
          <ac:spMkLst>
            <pc:docMk/>
            <pc:sldMk cId="1152732638" sldId="2147481995"/>
            <ac:spMk id="543" creationId="{96A7D939-25FC-B660-C927-1CAF81A393A4}"/>
          </ac:spMkLst>
        </pc:spChg>
        <pc:graphicFrameChg chg="add mod modGraphic">
          <ac:chgData name="Nutthapon Boonsupaporn (Ball)" userId="d4cb4c87-378b-487c-a30a-c851ff21ef10" providerId="ADAL" clId="{6FB395A8-3C38-4032-A495-AB685C4CA2EF}" dt="2026-07-03T09:28:11.166" v="2083" actId="2165"/>
          <ac:graphicFrameMkLst>
            <pc:docMk/>
            <pc:sldMk cId="1152732638" sldId="2147481995"/>
            <ac:graphicFrameMk id="4" creationId="{47CCB0E1-BD43-9B77-D399-70AAC26FD443}"/>
          </ac:graphicFrameMkLst>
        </pc:graphicFrameChg>
        <pc:graphicFrameChg chg="del mod">
          <ac:chgData name="Nutthapon Boonsupaporn (Ball)" userId="d4cb4c87-378b-487c-a30a-c851ff21ef10" providerId="ADAL" clId="{6FB395A8-3C38-4032-A495-AB685C4CA2EF}" dt="2026-07-03T09:28:06.589" v="2082" actId="478"/>
          <ac:graphicFrameMkLst>
            <pc:docMk/>
            <pc:sldMk cId="1152732638" sldId="2147481995"/>
            <ac:graphicFrameMk id="6" creationId="{4AE7C969-CA08-8F7A-1D4D-C678C21E8B5E}"/>
          </ac:graphicFrameMkLst>
        </pc:graphicFrameChg>
        <pc:picChg chg="del">
          <ac:chgData name="Nutthapon Boonsupaporn (Ball)" userId="d4cb4c87-378b-487c-a30a-c851ff21ef10" providerId="ADAL" clId="{6FB395A8-3C38-4032-A495-AB685C4CA2EF}" dt="2026-07-03T08:56:01.850" v="1734" actId="478"/>
          <ac:picMkLst>
            <pc:docMk/>
            <pc:sldMk cId="1152732638" sldId="2147481995"/>
            <ac:picMk id="3" creationId="{23B87B0F-9E89-35D9-B59B-8A87A5139235}"/>
          </ac:picMkLst>
        </pc:picChg>
        <pc:picChg chg="mod">
          <ac:chgData name="Nutthapon Boonsupaporn (Ball)" userId="d4cb4c87-378b-487c-a30a-c851ff21ef10" providerId="ADAL" clId="{6FB395A8-3C38-4032-A495-AB685C4CA2EF}" dt="2026-07-03T09:20:14.691" v="1914" actId="1076"/>
          <ac:picMkLst>
            <pc:docMk/>
            <pc:sldMk cId="1152732638" sldId="2147481995"/>
            <ac:picMk id="538" creationId="{754BE033-C5CA-4B9B-F8EC-02176CFD4538}"/>
          </ac:picMkLst>
        </pc:picChg>
      </pc:sldChg>
      <pc:sldChg chg="delSp modSp mod">
        <pc:chgData name="Nutthapon Boonsupaporn (Ball)" userId="d4cb4c87-378b-487c-a30a-c851ff21ef10" providerId="ADAL" clId="{6FB395A8-3C38-4032-A495-AB685C4CA2EF}" dt="2026-07-03T09:28:25.422" v="2087" actId="20577"/>
        <pc:sldMkLst>
          <pc:docMk/>
          <pc:sldMk cId="2195067714" sldId="2147481996"/>
        </pc:sldMkLst>
        <pc:spChg chg="mod">
          <ac:chgData name="Nutthapon Boonsupaporn (Ball)" userId="d4cb4c87-378b-487c-a30a-c851ff21ef10" providerId="ADAL" clId="{6FB395A8-3C38-4032-A495-AB685C4CA2EF}" dt="2026-07-03T09:22:16.185" v="1958" actId="1035"/>
          <ac:spMkLst>
            <pc:docMk/>
            <pc:sldMk cId="2195067714" sldId="2147481996"/>
            <ac:spMk id="3" creationId="{590BEB5D-3691-6C58-DC61-112992A85355}"/>
          </ac:spMkLst>
        </pc:spChg>
        <pc:spChg chg="mod">
          <ac:chgData name="Nutthapon Boonsupaporn (Ball)" userId="d4cb4c87-378b-487c-a30a-c851ff21ef10" providerId="ADAL" clId="{6FB395A8-3C38-4032-A495-AB685C4CA2EF}" dt="2026-07-03T09:22:20.181" v="1959" actId="1076"/>
          <ac:spMkLst>
            <pc:docMk/>
            <pc:sldMk cId="2195067714" sldId="2147481996"/>
            <ac:spMk id="9" creationId="{8F5121D5-B572-D67E-A0AE-88ED1ADD4EB9}"/>
          </ac:spMkLst>
        </pc:spChg>
        <pc:spChg chg="mod">
          <ac:chgData name="Nutthapon Boonsupaporn (Ball)" userId="d4cb4c87-378b-487c-a30a-c851ff21ef10" providerId="ADAL" clId="{6FB395A8-3C38-4032-A495-AB685C4CA2EF}" dt="2026-07-03T09:24:55.404" v="2026" actId="207"/>
          <ac:spMkLst>
            <pc:docMk/>
            <pc:sldMk cId="2195067714" sldId="2147481996"/>
            <ac:spMk id="543" creationId="{55BDE318-2C0C-608B-238C-FD985DD38CC8}"/>
          </ac:spMkLst>
        </pc:spChg>
        <pc:graphicFrameChg chg="mod modGraphic">
          <ac:chgData name="Nutthapon Boonsupaporn (Ball)" userId="d4cb4c87-378b-487c-a30a-c851ff21ef10" providerId="ADAL" clId="{6FB395A8-3C38-4032-A495-AB685C4CA2EF}" dt="2026-07-03T09:28:25.422" v="2087" actId="20577"/>
          <ac:graphicFrameMkLst>
            <pc:docMk/>
            <pc:sldMk cId="2195067714" sldId="2147481996"/>
            <ac:graphicFrameMk id="13" creationId="{60E37FFF-96A8-5333-909D-E85F747E1FE5}"/>
          </ac:graphicFrameMkLst>
        </pc:graphicFrameChg>
        <pc:picChg chg="mod">
          <ac:chgData name="Nutthapon Boonsupaporn (Ball)" userId="d4cb4c87-378b-487c-a30a-c851ff21ef10" providerId="ADAL" clId="{6FB395A8-3C38-4032-A495-AB685C4CA2EF}" dt="2026-07-03T09:22:24.127" v="1963" actId="1035"/>
          <ac:picMkLst>
            <pc:docMk/>
            <pc:sldMk cId="2195067714" sldId="2147481996"/>
            <ac:picMk id="2" creationId="{FDB8A7C4-5B27-5566-9EE1-6A1E906782D8}"/>
          </ac:picMkLst>
        </pc:picChg>
        <pc:picChg chg="mod">
          <ac:chgData name="Nutthapon Boonsupaporn (Ball)" userId="d4cb4c87-378b-487c-a30a-c851ff21ef10" providerId="ADAL" clId="{6FB395A8-3C38-4032-A495-AB685C4CA2EF}" dt="2026-07-03T09:24:58.779" v="2028" actId="1076"/>
          <ac:picMkLst>
            <pc:docMk/>
            <pc:sldMk cId="2195067714" sldId="2147481996"/>
            <ac:picMk id="5" creationId="{30DAED2B-49FB-6456-CAB0-22EF1D7E884F}"/>
          </ac:picMkLst>
        </pc:picChg>
        <pc:picChg chg="del">
          <ac:chgData name="Nutthapon Boonsupaporn (Ball)" userId="d4cb4c87-378b-487c-a30a-c851ff21ef10" providerId="ADAL" clId="{6FB395A8-3C38-4032-A495-AB685C4CA2EF}" dt="2026-07-03T08:56:07.846" v="1738" actId="478"/>
          <ac:picMkLst>
            <pc:docMk/>
            <pc:sldMk cId="2195067714" sldId="2147481996"/>
            <ac:picMk id="6" creationId="{8010CAB4-3611-737B-80BB-9A40EC31D19B}"/>
          </ac:picMkLst>
        </pc:picChg>
        <pc:picChg chg="del">
          <ac:chgData name="Nutthapon Boonsupaporn (Ball)" userId="d4cb4c87-378b-487c-a30a-c851ff21ef10" providerId="ADAL" clId="{6FB395A8-3C38-4032-A495-AB685C4CA2EF}" dt="2026-07-03T08:56:07.053" v="1737" actId="478"/>
          <ac:picMkLst>
            <pc:docMk/>
            <pc:sldMk cId="2195067714" sldId="2147481996"/>
            <ac:picMk id="7" creationId="{8FB4B79B-A60D-5449-91B3-FD255C9CE350}"/>
          </ac:picMkLst>
        </pc:picChg>
        <pc:picChg chg="del">
          <ac:chgData name="Nutthapon Boonsupaporn (Ball)" userId="d4cb4c87-378b-487c-a30a-c851ff21ef10" providerId="ADAL" clId="{6FB395A8-3C38-4032-A495-AB685C4CA2EF}" dt="2026-07-03T08:56:10.880" v="1739" actId="478"/>
          <ac:picMkLst>
            <pc:docMk/>
            <pc:sldMk cId="2195067714" sldId="2147481996"/>
            <ac:picMk id="8" creationId="{2E6DEF45-37B4-C18B-871F-DF18903EF8F4}"/>
          </ac:picMkLst>
        </pc:picChg>
      </pc:sldChg>
      <pc:sldChg chg="addSp delSp modSp mod">
        <pc:chgData name="Nutthapon Boonsupaporn (Ball)" userId="d4cb4c87-378b-487c-a30a-c851ff21ef10" providerId="ADAL" clId="{6FB395A8-3C38-4032-A495-AB685C4CA2EF}" dt="2026-07-03T09:28:28.746" v="2088" actId="20577"/>
        <pc:sldMkLst>
          <pc:docMk/>
          <pc:sldMk cId="749856115" sldId="2147481997"/>
        </pc:sldMkLst>
        <pc:spChg chg="mod">
          <ac:chgData name="Nutthapon Boonsupaporn (Ball)" userId="d4cb4c87-378b-487c-a30a-c851ff21ef10" providerId="ADAL" clId="{6FB395A8-3C38-4032-A495-AB685C4CA2EF}" dt="2026-07-03T09:22:55.569" v="1975" actId="1076"/>
          <ac:spMkLst>
            <pc:docMk/>
            <pc:sldMk cId="749856115" sldId="2147481997"/>
            <ac:spMk id="3" creationId="{D2CF32FC-D20D-7322-60F2-AD82820F59B8}"/>
          </ac:spMkLst>
        </pc:spChg>
        <pc:spChg chg="mod">
          <ac:chgData name="Nutthapon Boonsupaporn (Ball)" userId="d4cb4c87-378b-487c-a30a-c851ff21ef10" providerId="ADAL" clId="{6FB395A8-3C38-4032-A495-AB685C4CA2EF}" dt="2026-07-03T09:22:58.211" v="1976" actId="1076"/>
          <ac:spMkLst>
            <pc:docMk/>
            <pc:sldMk cId="749856115" sldId="2147481997"/>
            <ac:spMk id="9" creationId="{35A37BD0-F0B7-3FB2-23CB-578CA0F7507F}"/>
          </ac:spMkLst>
        </pc:spChg>
        <pc:spChg chg="mod">
          <ac:chgData name="Nutthapon Boonsupaporn (Ball)" userId="d4cb4c87-378b-487c-a30a-c851ff21ef10" providerId="ADAL" clId="{6FB395A8-3C38-4032-A495-AB685C4CA2EF}" dt="2026-07-03T09:25:11.410" v="2031" actId="1076"/>
          <ac:spMkLst>
            <pc:docMk/>
            <pc:sldMk cId="749856115" sldId="2147481997"/>
            <ac:spMk id="543" creationId="{560929D3-E5BC-CCAA-ED24-77AEE993E5FE}"/>
          </ac:spMkLst>
        </pc:spChg>
        <pc:grpChg chg="del mod">
          <ac:chgData name="Nutthapon Boonsupaporn (Ball)" userId="d4cb4c87-378b-487c-a30a-c851ff21ef10" providerId="ADAL" clId="{6FB395A8-3C38-4032-A495-AB685C4CA2EF}" dt="2026-07-03T08:56:12.141" v="1741" actId="478"/>
          <ac:grpSpMkLst>
            <pc:docMk/>
            <pc:sldMk cId="749856115" sldId="2147481997"/>
            <ac:grpSpMk id="10" creationId="{D89A80DF-EBF6-8A51-86DA-2D566A14E9D2}"/>
          </ac:grpSpMkLst>
        </pc:grpChg>
        <pc:graphicFrameChg chg="mod modGraphic">
          <ac:chgData name="Nutthapon Boonsupaporn (Ball)" userId="d4cb4c87-378b-487c-a30a-c851ff21ef10" providerId="ADAL" clId="{6FB395A8-3C38-4032-A495-AB685C4CA2EF}" dt="2026-07-03T09:28:28.746" v="2088" actId="20577"/>
          <ac:graphicFrameMkLst>
            <pc:docMk/>
            <pc:sldMk cId="749856115" sldId="2147481997"/>
            <ac:graphicFrameMk id="13" creationId="{E53043AF-FD52-E88A-7DAB-53F6FFDE2C7F}"/>
          </ac:graphicFrameMkLst>
        </pc:graphicFrameChg>
        <pc:picChg chg="del">
          <ac:chgData name="Nutthapon Boonsupaporn (Ball)" userId="d4cb4c87-378b-487c-a30a-c851ff21ef10" providerId="ADAL" clId="{6FB395A8-3C38-4032-A495-AB685C4CA2EF}" dt="2026-07-03T09:22:31.328" v="1966" actId="478"/>
          <ac:picMkLst>
            <pc:docMk/>
            <pc:sldMk cId="749856115" sldId="2147481997"/>
            <ac:picMk id="2" creationId="{99CF7385-5E29-FD42-3B1F-C522D30B33F0}"/>
          </ac:picMkLst>
        </pc:picChg>
        <pc:picChg chg="add mod">
          <ac:chgData name="Nutthapon Boonsupaporn (Ball)" userId="d4cb4c87-378b-487c-a30a-c851ff21ef10" providerId="ADAL" clId="{6FB395A8-3C38-4032-A495-AB685C4CA2EF}" dt="2026-07-03T09:22:31.738" v="1967"/>
          <ac:picMkLst>
            <pc:docMk/>
            <pc:sldMk cId="749856115" sldId="2147481997"/>
            <ac:picMk id="4" creationId="{41FB1B8D-80EF-2F61-DB77-0FD67178EFE4}"/>
          </ac:picMkLst>
        </pc:picChg>
        <pc:picChg chg="mod">
          <ac:chgData name="Nutthapon Boonsupaporn (Ball)" userId="d4cb4c87-378b-487c-a30a-c851ff21ef10" providerId="ADAL" clId="{6FB395A8-3C38-4032-A495-AB685C4CA2EF}" dt="2026-07-03T09:25:15.879" v="2032" actId="14100"/>
          <ac:picMkLst>
            <pc:docMk/>
            <pc:sldMk cId="749856115" sldId="2147481997"/>
            <ac:picMk id="6" creationId="{F3E2F879-3198-CE6D-6F34-DD8F30458987}"/>
          </ac:picMkLst>
        </pc:picChg>
      </pc:sldChg>
      <pc:sldChg chg="addSp delSp modSp mod">
        <pc:chgData name="Nutthapon Boonsupaporn (Ball)" userId="d4cb4c87-378b-487c-a30a-c851ff21ef10" providerId="ADAL" clId="{6FB395A8-3C38-4032-A495-AB685C4CA2EF}" dt="2026-07-03T09:25:57.689" v="2049" actId="1076"/>
        <pc:sldMkLst>
          <pc:docMk/>
          <pc:sldMk cId="2031815132" sldId="2147481998"/>
        </pc:sldMkLst>
        <pc:spChg chg="mod">
          <ac:chgData name="Nutthapon Boonsupaporn (Ball)" userId="d4cb4c87-378b-487c-a30a-c851ff21ef10" providerId="ADAL" clId="{6FB395A8-3C38-4032-A495-AB685C4CA2EF}" dt="2026-07-03T09:23:11.896" v="1983" actId="1037"/>
          <ac:spMkLst>
            <pc:docMk/>
            <pc:sldMk cId="2031815132" sldId="2147481998"/>
            <ac:spMk id="3" creationId="{3467A44E-2F4B-48CA-A55E-9863687C1002}"/>
          </ac:spMkLst>
        </pc:spChg>
        <pc:spChg chg="mod">
          <ac:chgData name="Nutthapon Boonsupaporn (Ball)" userId="d4cb4c87-378b-487c-a30a-c851ff21ef10" providerId="ADAL" clId="{6FB395A8-3C38-4032-A495-AB685C4CA2EF}" dt="2026-07-03T09:23:11.896" v="1983" actId="1037"/>
          <ac:spMkLst>
            <pc:docMk/>
            <pc:sldMk cId="2031815132" sldId="2147481998"/>
            <ac:spMk id="9" creationId="{F6027126-B133-74DC-D4D1-E705D8F17C81}"/>
          </ac:spMkLst>
        </pc:spChg>
        <pc:spChg chg="mod">
          <ac:chgData name="Nutthapon Boonsupaporn (Ball)" userId="d4cb4c87-378b-487c-a30a-c851ff21ef10" providerId="ADAL" clId="{6FB395A8-3C38-4032-A495-AB685C4CA2EF}" dt="2026-07-03T09:25:34.999" v="2037" actId="14100"/>
          <ac:spMkLst>
            <pc:docMk/>
            <pc:sldMk cId="2031815132" sldId="2147481998"/>
            <ac:spMk id="543" creationId="{B6BF2383-1A5A-619C-DFB7-081C8251FC84}"/>
          </ac:spMkLst>
        </pc:spChg>
        <pc:graphicFrameChg chg="mod modGraphic">
          <ac:chgData name="Nutthapon Boonsupaporn (Ball)" userId="d4cb4c87-378b-487c-a30a-c851ff21ef10" providerId="ADAL" clId="{6FB395A8-3C38-4032-A495-AB685C4CA2EF}" dt="2026-07-03T09:25:57.689" v="2049" actId="1076"/>
          <ac:graphicFrameMkLst>
            <pc:docMk/>
            <pc:sldMk cId="2031815132" sldId="2147481998"/>
            <ac:graphicFrameMk id="13" creationId="{BC1CF4EF-16A8-9A24-4ADA-05D00209C5E2}"/>
          </ac:graphicFrameMkLst>
        </pc:graphicFrameChg>
        <pc:picChg chg="del">
          <ac:chgData name="Nutthapon Boonsupaporn (Ball)" userId="d4cb4c87-378b-487c-a30a-c851ff21ef10" providerId="ADAL" clId="{6FB395A8-3C38-4032-A495-AB685C4CA2EF}" dt="2026-07-03T09:22:34.861" v="1968" actId="478"/>
          <ac:picMkLst>
            <pc:docMk/>
            <pc:sldMk cId="2031815132" sldId="2147481998"/>
            <ac:picMk id="2" creationId="{5B25248B-910E-CFB5-FC64-0212CBE75F92}"/>
          </ac:picMkLst>
        </pc:picChg>
        <pc:picChg chg="add mod">
          <ac:chgData name="Nutthapon Boonsupaporn (Ball)" userId="d4cb4c87-378b-487c-a30a-c851ff21ef10" providerId="ADAL" clId="{6FB395A8-3C38-4032-A495-AB685C4CA2EF}" dt="2026-07-03T09:22:35.303" v="1969"/>
          <ac:picMkLst>
            <pc:docMk/>
            <pc:sldMk cId="2031815132" sldId="2147481998"/>
            <ac:picMk id="4" creationId="{611FA629-B814-922A-384C-A0838160975A}"/>
          </ac:picMkLst>
        </pc:picChg>
        <pc:picChg chg="del">
          <ac:chgData name="Nutthapon Boonsupaporn (Ball)" userId="d4cb4c87-378b-487c-a30a-c851ff21ef10" providerId="ADAL" clId="{6FB395A8-3C38-4032-A495-AB685C4CA2EF}" dt="2026-07-03T08:56:13.702" v="1742" actId="478"/>
          <ac:picMkLst>
            <pc:docMk/>
            <pc:sldMk cId="2031815132" sldId="2147481998"/>
            <ac:picMk id="6" creationId="{8CA44C2D-09E3-5529-731D-1C900DBAE47E}"/>
          </ac:picMkLst>
        </pc:picChg>
        <pc:picChg chg="del">
          <ac:chgData name="Nutthapon Boonsupaporn (Ball)" userId="d4cb4c87-378b-487c-a30a-c851ff21ef10" providerId="ADAL" clId="{6FB395A8-3C38-4032-A495-AB685C4CA2EF}" dt="2026-07-03T08:56:14.172" v="1743" actId="478"/>
          <ac:picMkLst>
            <pc:docMk/>
            <pc:sldMk cId="2031815132" sldId="2147481998"/>
            <ac:picMk id="8" creationId="{49C4F80D-BE05-0464-FBC4-C1C073128920}"/>
          </ac:picMkLst>
        </pc:picChg>
      </pc:sldChg>
      <pc:sldChg chg="addSp delSp modSp mod">
        <pc:chgData name="Nutthapon Boonsupaporn (Ball)" userId="d4cb4c87-378b-487c-a30a-c851ff21ef10" providerId="ADAL" clId="{6FB395A8-3C38-4032-A495-AB685C4CA2EF}" dt="2026-07-03T09:25:53.430" v="2047" actId="20577"/>
        <pc:sldMkLst>
          <pc:docMk/>
          <pc:sldMk cId="4052298073" sldId="2147481999"/>
        </pc:sldMkLst>
        <pc:spChg chg="mod">
          <ac:chgData name="Nutthapon Boonsupaporn (Ball)" userId="d4cb4c87-378b-487c-a30a-c851ff21ef10" providerId="ADAL" clId="{6FB395A8-3C38-4032-A495-AB685C4CA2EF}" dt="2026-07-03T09:23:22.711" v="1991" actId="1036"/>
          <ac:spMkLst>
            <pc:docMk/>
            <pc:sldMk cId="4052298073" sldId="2147481999"/>
            <ac:spMk id="3" creationId="{1DEA2691-C784-A396-B8E2-0963A9E341AD}"/>
          </ac:spMkLst>
        </pc:spChg>
        <pc:spChg chg="mod">
          <ac:chgData name="Nutthapon Boonsupaporn (Ball)" userId="d4cb4c87-378b-487c-a30a-c851ff21ef10" providerId="ADAL" clId="{6FB395A8-3C38-4032-A495-AB685C4CA2EF}" dt="2026-07-03T09:23:27.489" v="2000" actId="1035"/>
          <ac:spMkLst>
            <pc:docMk/>
            <pc:sldMk cId="4052298073" sldId="2147481999"/>
            <ac:spMk id="9" creationId="{AC5A08B2-361A-C3A6-4FF7-F11BD4C3CBD6}"/>
          </ac:spMkLst>
        </pc:spChg>
        <pc:spChg chg="mod">
          <ac:chgData name="Nutthapon Boonsupaporn (Ball)" userId="d4cb4c87-378b-487c-a30a-c851ff21ef10" providerId="ADAL" clId="{6FB395A8-3C38-4032-A495-AB685C4CA2EF}" dt="2026-07-03T09:25:29.606" v="2036" actId="207"/>
          <ac:spMkLst>
            <pc:docMk/>
            <pc:sldMk cId="4052298073" sldId="2147481999"/>
            <ac:spMk id="543" creationId="{36DEE254-5F10-C738-5FDF-8938CB3BCEBE}"/>
          </ac:spMkLst>
        </pc:spChg>
        <pc:graphicFrameChg chg="mod modGraphic">
          <ac:chgData name="Nutthapon Boonsupaporn (Ball)" userId="d4cb4c87-378b-487c-a30a-c851ff21ef10" providerId="ADAL" clId="{6FB395A8-3C38-4032-A495-AB685C4CA2EF}" dt="2026-07-03T09:25:53.430" v="2047" actId="20577"/>
          <ac:graphicFrameMkLst>
            <pc:docMk/>
            <pc:sldMk cId="4052298073" sldId="2147481999"/>
            <ac:graphicFrameMk id="13" creationId="{C71A98FE-C7E8-6018-AE85-EEEA51743612}"/>
          </ac:graphicFrameMkLst>
        </pc:graphicFrameChg>
        <pc:picChg chg="del">
          <ac:chgData name="Nutthapon Boonsupaporn (Ball)" userId="d4cb4c87-378b-487c-a30a-c851ff21ef10" providerId="ADAL" clId="{6FB395A8-3C38-4032-A495-AB685C4CA2EF}" dt="2026-07-03T09:22:38.399" v="1970" actId="478"/>
          <ac:picMkLst>
            <pc:docMk/>
            <pc:sldMk cId="4052298073" sldId="2147481999"/>
            <ac:picMk id="2" creationId="{C127B9D7-97C5-4D25-DAE3-B3790BCF7245}"/>
          </ac:picMkLst>
        </pc:picChg>
        <pc:picChg chg="add mod">
          <ac:chgData name="Nutthapon Boonsupaporn (Ball)" userId="d4cb4c87-378b-487c-a30a-c851ff21ef10" providerId="ADAL" clId="{6FB395A8-3C38-4032-A495-AB685C4CA2EF}" dt="2026-07-03T09:22:38.666" v="1971"/>
          <ac:picMkLst>
            <pc:docMk/>
            <pc:sldMk cId="4052298073" sldId="2147481999"/>
            <ac:picMk id="4" creationId="{24A88FFB-CB3B-F63D-DACF-FBE3B9198A60}"/>
          </ac:picMkLst>
        </pc:picChg>
        <pc:picChg chg="del">
          <ac:chgData name="Nutthapon Boonsupaporn (Ball)" userId="d4cb4c87-378b-487c-a30a-c851ff21ef10" providerId="ADAL" clId="{6FB395A8-3C38-4032-A495-AB685C4CA2EF}" dt="2026-07-03T08:56:16.056" v="1744" actId="478"/>
          <ac:picMkLst>
            <pc:docMk/>
            <pc:sldMk cId="4052298073" sldId="2147481999"/>
            <ac:picMk id="6" creationId="{80607177-E6A3-C879-5596-6D76F321D6A1}"/>
          </ac:picMkLst>
        </pc:picChg>
        <pc:picChg chg="del">
          <ac:chgData name="Nutthapon Boonsupaporn (Ball)" userId="d4cb4c87-378b-487c-a30a-c851ff21ef10" providerId="ADAL" clId="{6FB395A8-3C38-4032-A495-AB685C4CA2EF}" dt="2026-07-03T08:56:16.443" v="1745" actId="478"/>
          <ac:picMkLst>
            <pc:docMk/>
            <pc:sldMk cId="4052298073" sldId="2147481999"/>
            <ac:picMk id="8" creationId="{148DCFF8-D006-4AFC-64A9-F9BC7DBB2120}"/>
          </ac:picMkLst>
        </pc:picChg>
      </pc:sldChg>
      <pc:sldChg chg="addSp delSp modSp mod">
        <pc:chgData name="Nutthapon Boonsupaporn (Ball)" userId="d4cb4c87-378b-487c-a30a-c851ff21ef10" providerId="ADAL" clId="{6FB395A8-3C38-4032-A495-AB685C4CA2EF}" dt="2026-07-03T09:25:51.100" v="2046" actId="20577"/>
        <pc:sldMkLst>
          <pc:docMk/>
          <pc:sldMk cId="743260664" sldId="2147482000"/>
        </pc:sldMkLst>
        <pc:spChg chg="mod">
          <ac:chgData name="Nutthapon Boonsupaporn (Ball)" userId="d4cb4c87-378b-487c-a30a-c851ff21ef10" providerId="ADAL" clId="{6FB395A8-3C38-4032-A495-AB685C4CA2EF}" dt="2026-07-03T09:23:40.272" v="2003" actId="1076"/>
          <ac:spMkLst>
            <pc:docMk/>
            <pc:sldMk cId="743260664" sldId="2147482000"/>
            <ac:spMk id="3" creationId="{FB147BAE-E58B-289E-0016-7A073CBA4E2A}"/>
          </ac:spMkLst>
        </pc:spChg>
        <pc:spChg chg="mod">
          <ac:chgData name="Nutthapon Boonsupaporn (Ball)" userId="d4cb4c87-378b-487c-a30a-c851ff21ef10" providerId="ADAL" clId="{6FB395A8-3C38-4032-A495-AB685C4CA2EF}" dt="2026-07-03T09:23:43.638" v="2004" actId="1076"/>
          <ac:spMkLst>
            <pc:docMk/>
            <pc:sldMk cId="743260664" sldId="2147482000"/>
            <ac:spMk id="9" creationId="{668D30A6-A197-6515-A02F-53B4D3DA4235}"/>
          </ac:spMkLst>
        </pc:spChg>
        <pc:spChg chg="mod">
          <ac:chgData name="Nutthapon Boonsupaporn (Ball)" userId="d4cb4c87-378b-487c-a30a-c851ff21ef10" providerId="ADAL" clId="{6FB395A8-3C38-4032-A495-AB685C4CA2EF}" dt="2026-07-03T09:25:47.129" v="2042" actId="1076"/>
          <ac:spMkLst>
            <pc:docMk/>
            <pc:sldMk cId="743260664" sldId="2147482000"/>
            <ac:spMk id="543" creationId="{6320B3CF-9916-FE69-5F56-615AF7F2415C}"/>
          </ac:spMkLst>
        </pc:spChg>
        <pc:graphicFrameChg chg="mod modGraphic">
          <ac:chgData name="Nutthapon Boonsupaporn (Ball)" userId="d4cb4c87-378b-487c-a30a-c851ff21ef10" providerId="ADAL" clId="{6FB395A8-3C38-4032-A495-AB685C4CA2EF}" dt="2026-07-03T09:25:51.100" v="2046" actId="20577"/>
          <ac:graphicFrameMkLst>
            <pc:docMk/>
            <pc:sldMk cId="743260664" sldId="2147482000"/>
            <ac:graphicFrameMk id="13" creationId="{C6588BEF-FCF6-68B6-9E1C-4F5CADAE864A}"/>
          </ac:graphicFrameMkLst>
        </pc:graphicFrameChg>
        <pc:picChg chg="del">
          <ac:chgData name="Nutthapon Boonsupaporn (Ball)" userId="d4cb4c87-378b-487c-a30a-c851ff21ef10" providerId="ADAL" clId="{6FB395A8-3C38-4032-A495-AB685C4CA2EF}" dt="2026-07-03T09:22:41.954" v="1972" actId="478"/>
          <ac:picMkLst>
            <pc:docMk/>
            <pc:sldMk cId="743260664" sldId="2147482000"/>
            <ac:picMk id="2" creationId="{98D84FEF-0B95-2F1D-7386-6F99CA6A5483}"/>
          </ac:picMkLst>
        </pc:picChg>
        <pc:picChg chg="add mod">
          <ac:chgData name="Nutthapon Boonsupaporn (Ball)" userId="d4cb4c87-378b-487c-a30a-c851ff21ef10" providerId="ADAL" clId="{6FB395A8-3C38-4032-A495-AB685C4CA2EF}" dt="2026-07-03T09:22:42.499" v="1973"/>
          <ac:picMkLst>
            <pc:docMk/>
            <pc:sldMk cId="743260664" sldId="2147482000"/>
            <ac:picMk id="4" creationId="{74BADDC9-E127-57CD-FA8F-FD4226DE7AB7}"/>
          </ac:picMkLst>
        </pc:picChg>
        <pc:picChg chg="mod">
          <ac:chgData name="Nutthapon Boonsupaporn (Ball)" userId="d4cb4c87-378b-487c-a30a-c851ff21ef10" providerId="ADAL" clId="{6FB395A8-3C38-4032-A495-AB685C4CA2EF}" dt="2026-07-03T09:25:49.393" v="2045" actId="1076"/>
          <ac:picMkLst>
            <pc:docMk/>
            <pc:sldMk cId="743260664" sldId="2147482000"/>
            <ac:picMk id="5" creationId="{3E24783F-FCBD-E2B9-153B-9CCC824F5248}"/>
          </ac:picMkLst>
        </pc:picChg>
        <pc:picChg chg="del">
          <ac:chgData name="Nutthapon Boonsupaporn (Ball)" userId="d4cb4c87-378b-487c-a30a-c851ff21ef10" providerId="ADAL" clId="{6FB395A8-3C38-4032-A495-AB685C4CA2EF}" dt="2026-07-03T08:56:18.234" v="1746" actId="478"/>
          <ac:picMkLst>
            <pc:docMk/>
            <pc:sldMk cId="743260664" sldId="2147482000"/>
            <ac:picMk id="6" creationId="{B9651C43-F7F0-4979-D46E-B1E5125E8DEB}"/>
          </ac:picMkLst>
        </pc:picChg>
        <pc:picChg chg="del mod">
          <ac:chgData name="Nutthapon Boonsupaporn (Ball)" userId="d4cb4c87-378b-487c-a30a-c851ff21ef10" providerId="ADAL" clId="{6FB395A8-3C38-4032-A495-AB685C4CA2EF}" dt="2026-07-03T08:56:18.591" v="1748" actId="478"/>
          <ac:picMkLst>
            <pc:docMk/>
            <pc:sldMk cId="743260664" sldId="2147482000"/>
            <ac:picMk id="8" creationId="{2EE8D1CD-BACC-619A-E63A-5F32559651B1}"/>
          </ac:picMkLst>
        </pc:picChg>
      </pc:sldChg>
      <pc:sldChg chg="modSp mod">
        <pc:chgData name="Nutthapon Boonsupaporn (Ball)" userId="d4cb4c87-378b-487c-a30a-c851ff21ef10" providerId="ADAL" clId="{6FB395A8-3C38-4032-A495-AB685C4CA2EF}" dt="2026-07-03T09:16:57.476" v="1855" actId="122"/>
        <pc:sldMkLst>
          <pc:docMk/>
          <pc:sldMk cId="332039193" sldId="2147482002"/>
        </pc:sldMkLst>
        <pc:spChg chg="mod">
          <ac:chgData name="Nutthapon Boonsupaporn (Ball)" userId="d4cb4c87-378b-487c-a30a-c851ff21ef10" providerId="ADAL" clId="{6FB395A8-3C38-4032-A495-AB685C4CA2EF}" dt="2026-07-03T09:16:57.476" v="1855" actId="122"/>
          <ac:spMkLst>
            <pc:docMk/>
            <pc:sldMk cId="332039193" sldId="2147482002"/>
            <ac:spMk id="3" creationId="{F2985E8F-CD09-99F1-3EFC-AB2A271AAE41}"/>
          </ac:spMkLst>
        </pc:spChg>
        <pc:spChg chg="mod">
          <ac:chgData name="Nutthapon Boonsupaporn (Ball)" userId="d4cb4c87-378b-487c-a30a-c851ff21ef10" providerId="ADAL" clId="{6FB395A8-3C38-4032-A495-AB685C4CA2EF}" dt="2026-07-03T09:16:57.476" v="1855" actId="122"/>
          <ac:spMkLst>
            <pc:docMk/>
            <pc:sldMk cId="332039193" sldId="2147482002"/>
            <ac:spMk id="4" creationId="{A972D7C1-ABDA-45AE-7C32-C388E35BA3AD}"/>
          </ac:spMkLst>
        </pc:spChg>
        <pc:picChg chg="mod">
          <ac:chgData name="Nutthapon Boonsupaporn (Ball)" userId="d4cb4c87-378b-487c-a30a-c851ff21ef10" providerId="ADAL" clId="{6FB395A8-3C38-4032-A495-AB685C4CA2EF}" dt="2026-07-03T09:16:52.926" v="1854" actId="1076"/>
          <ac:picMkLst>
            <pc:docMk/>
            <pc:sldMk cId="332039193" sldId="2147482002"/>
            <ac:picMk id="2" creationId="{139BFF60-3BBC-0E6C-EE85-5CD8AA58D9ED}"/>
          </ac:picMkLst>
        </pc:picChg>
      </pc:sldChg>
      <pc:sldChg chg="del">
        <pc:chgData name="Nutthapon Boonsupaporn (Ball)" userId="d4cb4c87-378b-487c-a30a-c851ff21ef10" providerId="ADAL" clId="{6FB395A8-3C38-4032-A495-AB685C4CA2EF}" dt="2026-07-03T09:21:48.429" v="1933" actId="47"/>
        <pc:sldMkLst>
          <pc:docMk/>
          <pc:sldMk cId="3863901919" sldId="2147482003"/>
        </pc:sldMkLst>
      </pc:sldChg>
      <pc:sldChg chg="addSp delSp modSp new mod modClrScheme chgLayout">
        <pc:chgData name="Nutthapon Boonsupaporn (Ball)" userId="d4cb4c87-378b-487c-a30a-c851ff21ef10" providerId="ADAL" clId="{6FB395A8-3C38-4032-A495-AB685C4CA2EF}" dt="2026-07-03T09:35:02.849" v="2115" actId="1076"/>
        <pc:sldMkLst>
          <pc:docMk/>
          <pc:sldMk cId="3915446182" sldId="2147482003"/>
        </pc:sldMkLst>
        <pc:spChg chg="del">
          <ac:chgData name="Nutthapon Boonsupaporn (Ball)" userId="d4cb4c87-378b-487c-a30a-c851ff21ef10" providerId="ADAL" clId="{6FB395A8-3C38-4032-A495-AB685C4CA2EF}" dt="2026-07-03T09:34:38.123" v="2093" actId="700"/>
          <ac:spMkLst>
            <pc:docMk/>
            <pc:sldMk cId="3915446182" sldId="2147482003"/>
            <ac:spMk id="2" creationId="{2E2696B7-E452-636E-76A5-24942CED3927}"/>
          </ac:spMkLst>
        </pc:spChg>
        <pc:spChg chg="del mod ord">
          <ac:chgData name="Nutthapon Boonsupaporn (Ball)" userId="d4cb4c87-378b-487c-a30a-c851ff21ef10" providerId="ADAL" clId="{6FB395A8-3C38-4032-A495-AB685C4CA2EF}" dt="2026-07-03T09:34:38.123" v="2093" actId="700"/>
          <ac:spMkLst>
            <pc:docMk/>
            <pc:sldMk cId="3915446182" sldId="2147482003"/>
            <ac:spMk id="3" creationId="{C5A47F11-C32E-9746-A758-88CBA5D652A9}"/>
          </ac:spMkLst>
        </pc:spChg>
        <pc:spChg chg="add del mod ord">
          <ac:chgData name="Nutthapon Boonsupaporn (Ball)" userId="d4cb4c87-378b-487c-a30a-c851ff21ef10" providerId="ADAL" clId="{6FB395A8-3C38-4032-A495-AB685C4CA2EF}" dt="2026-07-03T09:34:41.081" v="2094" actId="478"/>
          <ac:spMkLst>
            <pc:docMk/>
            <pc:sldMk cId="3915446182" sldId="2147482003"/>
            <ac:spMk id="6" creationId="{8E298148-EB44-3D15-77A7-78928F751552}"/>
          </ac:spMkLst>
        </pc:spChg>
        <pc:spChg chg="add mod">
          <ac:chgData name="Nutthapon Boonsupaporn (Ball)" userId="d4cb4c87-378b-487c-a30a-c851ff21ef10" providerId="ADAL" clId="{6FB395A8-3C38-4032-A495-AB685C4CA2EF}" dt="2026-07-03T09:35:02.849" v="2115" actId="1076"/>
          <ac:spMkLst>
            <pc:docMk/>
            <pc:sldMk cId="3915446182" sldId="2147482003"/>
            <ac:spMk id="7" creationId="{393593FD-AF39-F180-E70B-237304FE4BCE}"/>
          </ac:spMkLst>
        </pc:spChg>
        <pc:picChg chg="add del mod">
          <ac:chgData name="Nutthapon Boonsupaporn (Ball)" userId="d4cb4c87-378b-487c-a30a-c851ff21ef10" providerId="ADAL" clId="{6FB395A8-3C38-4032-A495-AB685C4CA2EF}" dt="2026-07-03T09:34:32.660" v="2092" actId="478"/>
          <ac:picMkLst>
            <pc:docMk/>
            <pc:sldMk cId="3915446182" sldId="2147482003"/>
            <ac:picMk id="5" creationId="{B367C0F9-24BF-6155-D2F9-377EB91D8C06}"/>
          </ac:picMkLst>
        </pc:picChg>
      </pc:sldChg>
      <pc:sldChg chg="add del">
        <pc:chgData name="Nutthapon Boonsupaporn (Ball)" userId="d4cb4c87-378b-487c-a30a-c851ff21ef10" providerId="ADAL" clId="{6FB395A8-3C38-4032-A495-AB685C4CA2EF}" dt="2026-07-03T08:55:48.659" v="1726" actId="47"/>
        <pc:sldMkLst>
          <pc:docMk/>
          <pc:sldMk cId="633830259" sldId="2147482004"/>
        </pc:sldMkLst>
      </pc:sldChg>
      <pc:sldMasterChg chg="delSldLayout modSldLayout">
        <pc:chgData name="Nutthapon Boonsupaporn (Ball)" userId="d4cb4c87-378b-487c-a30a-c851ff21ef10" providerId="ADAL" clId="{6FB395A8-3C38-4032-A495-AB685C4CA2EF}" dt="2026-07-03T09:13:59.473" v="1813" actId="207"/>
        <pc:sldMasterMkLst>
          <pc:docMk/>
          <pc:sldMasterMk cId="2878370227" sldId="2147483668"/>
        </pc:sldMasterMkLst>
        <pc:sldLayoutChg chg="addSp delSp modSp mod">
          <pc:chgData name="Nutthapon Boonsupaporn (Ball)" userId="d4cb4c87-378b-487c-a30a-c851ff21ef10" providerId="ADAL" clId="{6FB395A8-3C38-4032-A495-AB685C4CA2EF}" dt="2026-07-03T09:09:36.179" v="1774"/>
          <pc:sldLayoutMkLst>
            <pc:docMk/>
            <pc:sldMasterMk cId="2878370227" sldId="2147483668"/>
            <pc:sldLayoutMk cId="850709860" sldId="2147483669"/>
          </pc:sldLayoutMkLst>
          <pc:spChg chg="del">
            <ac:chgData name="Nutthapon Boonsupaporn (Ball)" userId="d4cb4c87-378b-487c-a30a-c851ff21ef10" providerId="ADAL" clId="{6FB395A8-3C38-4032-A495-AB685C4CA2EF}" dt="2026-07-03T09:09:32.159" v="1772" actId="478"/>
            <ac:spMkLst>
              <pc:docMk/>
              <pc:sldMasterMk cId="2878370227" sldId="2147483668"/>
              <pc:sldLayoutMk cId="850709860" sldId="2147483669"/>
              <ac:spMk id="33" creationId="{28E029DF-7B1D-4730-B186-68FCFEEBC85B}"/>
            </ac:spMkLst>
          </pc:spChg>
          <pc:spChg chg="del">
            <ac:chgData name="Nutthapon Boonsupaporn (Ball)" userId="d4cb4c87-378b-487c-a30a-c851ff21ef10" providerId="ADAL" clId="{6FB395A8-3C38-4032-A495-AB685C4CA2EF}" dt="2026-07-03T09:09:32.159" v="1772" actId="478"/>
            <ac:spMkLst>
              <pc:docMk/>
              <pc:sldMasterMk cId="2878370227" sldId="2147483668"/>
              <pc:sldLayoutMk cId="850709860" sldId="2147483669"/>
              <ac:spMk id="34" creationId="{EB3CD42A-ABF8-4E45-9D29-73720355FA82}"/>
            </ac:spMkLst>
          </pc:spChg>
          <pc:picChg chg="add mod">
            <ac:chgData name="Nutthapon Boonsupaporn (Ball)" userId="d4cb4c87-378b-487c-a30a-c851ff21ef10" providerId="ADAL" clId="{6FB395A8-3C38-4032-A495-AB685C4CA2EF}" dt="2026-07-03T09:09:36.179" v="1774"/>
            <ac:picMkLst>
              <pc:docMk/>
              <pc:sldMasterMk cId="2878370227" sldId="2147483668"/>
              <pc:sldLayoutMk cId="850709860" sldId="2147483669"/>
              <ac:picMk id="3" creationId="{976B94E2-7D9A-9271-DDD2-126DEE430657}"/>
            </ac:picMkLst>
          </pc:picChg>
        </pc:sldLayoutChg>
        <pc:sldLayoutChg chg="addSp delSp modSp mod">
          <pc:chgData name="Nutthapon Boonsupaporn (Ball)" userId="d4cb4c87-378b-487c-a30a-c851ff21ef10" providerId="ADAL" clId="{6FB395A8-3C38-4032-A495-AB685C4CA2EF}" dt="2026-07-03T09:10:07.930" v="1778" actId="478"/>
          <pc:sldLayoutMkLst>
            <pc:docMk/>
            <pc:sldMasterMk cId="2878370227" sldId="2147483668"/>
            <pc:sldLayoutMk cId="2441042033" sldId="2147483670"/>
          </pc:sldLayoutMkLst>
          <pc:picChg chg="add del mod">
            <ac:chgData name="Nutthapon Boonsupaporn (Ball)" userId="d4cb4c87-378b-487c-a30a-c851ff21ef10" providerId="ADAL" clId="{6FB395A8-3C38-4032-A495-AB685C4CA2EF}" dt="2026-07-03T09:10:07.930" v="1778" actId="478"/>
            <ac:picMkLst>
              <pc:docMk/>
              <pc:sldMasterMk cId="2878370227" sldId="2147483668"/>
              <pc:sldLayoutMk cId="2441042033" sldId="2147483670"/>
              <ac:picMk id="4" creationId="{D7D9051D-AC15-C0B9-C8DA-469590FD31A0}"/>
            </ac:picMkLst>
          </pc:picChg>
        </pc:sldLayoutChg>
        <pc:sldLayoutChg chg="addSp modSp mod">
          <pc:chgData name="Nutthapon Boonsupaporn (Ball)" userId="d4cb4c87-378b-487c-a30a-c851ff21ef10" providerId="ADAL" clId="{6FB395A8-3C38-4032-A495-AB685C4CA2EF}" dt="2026-07-03T09:13:59.473" v="1813" actId="207"/>
          <pc:sldLayoutMkLst>
            <pc:docMk/>
            <pc:sldMasterMk cId="2878370227" sldId="2147483668"/>
            <pc:sldLayoutMk cId="910195114" sldId="2147483672"/>
          </pc:sldLayoutMkLst>
          <pc:spChg chg="add mod">
            <ac:chgData name="Nutthapon Boonsupaporn (Ball)" userId="d4cb4c87-378b-487c-a30a-c851ff21ef10" providerId="ADAL" clId="{6FB395A8-3C38-4032-A495-AB685C4CA2EF}" dt="2026-07-03T09:13:59.473" v="1813" actId="207"/>
            <ac:spMkLst>
              <pc:docMk/>
              <pc:sldMasterMk cId="2878370227" sldId="2147483668"/>
              <pc:sldLayoutMk cId="910195114" sldId="2147483672"/>
              <ac:spMk id="10" creationId="{CCDB2537-2A26-E8EA-2D4A-AADDF7CFCD52}"/>
            </ac:spMkLst>
          </pc:spChg>
          <pc:picChg chg="add mod">
            <ac:chgData name="Nutthapon Boonsupaporn (Ball)" userId="d4cb4c87-378b-487c-a30a-c851ff21ef10" providerId="ADAL" clId="{6FB395A8-3C38-4032-A495-AB685C4CA2EF}" dt="2026-07-03T09:12:43.256" v="1808" actId="1076"/>
            <ac:picMkLst>
              <pc:docMk/>
              <pc:sldMasterMk cId="2878370227" sldId="2147483668"/>
              <pc:sldLayoutMk cId="910195114" sldId="2147483672"/>
              <ac:picMk id="6" creationId="{AF0F7C09-CBE6-B9E3-0127-79160E0B7553}"/>
            </ac:picMkLst>
          </pc:picChg>
          <pc:picChg chg="add mod">
            <ac:chgData name="Nutthapon Boonsupaporn (Ball)" userId="d4cb4c87-378b-487c-a30a-c851ff21ef10" providerId="ADAL" clId="{6FB395A8-3C38-4032-A495-AB685C4CA2EF}" dt="2026-07-03T09:13:06.302" v="1810"/>
            <ac:picMkLst>
              <pc:docMk/>
              <pc:sldMasterMk cId="2878370227" sldId="2147483668"/>
              <pc:sldLayoutMk cId="910195114" sldId="2147483672"/>
              <ac:picMk id="8" creationId="{0340607D-4F32-0C27-C19C-19FD6706537A}"/>
            </ac:picMkLst>
          </pc:picChg>
        </pc:sldLayoutChg>
        <pc:sldLayoutChg chg="del">
          <pc:chgData name="Nutthapon Boonsupaporn (Ball)" userId="d4cb4c87-378b-487c-a30a-c851ff21ef10" providerId="ADAL" clId="{6FB395A8-3C38-4032-A495-AB685C4CA2EF}" dt="2026-07-03T08:56:46.711" v="1763" actId="47"/>
          <pc:sldLayoutMkLst>
            <pc:docMk/>
            <pc:sldMasterMk cId="2878370227" sldId="2147483668"/>
            <pc:sldLayoutMk cId="1040558823" sldId="214748367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7" name="Google Shape;17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8" name="Google Shape;18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Google Shape;15;p48">
            <a:extLst>
              <a:ext uri="{FF2B5EF4-FFF2-40B4-BE49-F238E27FC236}">
                <a16:creationId xmlns:a16="http://schemas.microsoft.com/office/drawing/2014/main" id="{658AA6D4-6B32-4BCA-891F-467E784A379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75792" y="4181567"/>
            <a:ext cx="9144000" cy="537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6B94E2-7D9A-9271-DDD2-126DEE4306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709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6538EC-17E5-4B73-82CC-50F26AE411C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C542-E304-44FF-9CEE-0C44575307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C913B-D90C-446B-9614-705573363E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Google Shape;37;p51">
            <a:extLst>
              <a:ext uri="{FF2B5EF4-FFF2-40B4-BE49-F238E27FC236}">
                <a16:creationId xmlns:a16="http://schemas.microsoft.com/office/drawing/2014/main" id="{8B51E5CB-29A2-4D7D-9E98-D782ECDB1DF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20756" y="199517"/>
            <a:ext cx="10515600" cy="66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elawadee"/>
              <a:buNone/>
              <a:defRPr sz="2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Digital Tools</a:t>
            </a:r>
            <a:endParaRPr/>
          </a:p>
        </p:txBody>
      </p:sp>
      <p:sp>
        <p:nvSpPr>
          <p:cNvPr id="18" name="Google Shape;15;p48">
            <a:extLst>
              <a:ext uri="{FF2B5EF4-FFF2-40B4-BE49-F238E27FC236}">
                <a16:creationId xmlns:a16="http://schemas.microsoft.com/office/drawing/2014/main" id="{A9379E4C-77A9-4811-91F4-FAE19BA28E75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1220756" y="727157"/>
            <a:ext cx="9144000" cy="444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Period:</a:t>
            </a:r>
            <a:endParaRPr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141DC25-526F-4654-BBF4-BBDED04C6156}"/>
              </a:ext>
            </a:extLst>
          </p:cNvPr>
          <p:cNvGrpSpPr/>
          <p:nvPr userDrawn="1"/>
        </p:nvGrpSpPr>
        <p:grpSpPr>
          <a:xfrm>
            <a:off x="0" y="-873"/>
            <a:ext cx="12192000" cy="137398"/>
            <a:chOff x="0" y="-873"/>
            <a:chExt cx="12192000" cy="12806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086474-6B6D-4760-B1E2-55E3F2D0EC66}"/>
                </a:ext>
              </a:extLst>
            </p:cNvPr>
            <p:cNvSpPr/>
            <p:nvPr userDrawn="1"/>
          </p:nvSpPr>
          <p:spPr>
            <a:xfrm>
              <a:off x="0" y="24557"/>
              <a:ext cx="12192000" cy="102637"/>
            </a:xfrm>
            <a:prstGeom prst="rect">
              <a:avLst/>
            </a:prstGeom>
            <a:solidFill>
              <a:srgbClr val="FFD2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9EA6048-2595-4E7A-B983-933191AF6A13}"/>
                </a:ext>
              </a:extLst>
            </p:cNvPr>
            <p:cNvSpPr/>
            <p:nvPr userDrawn="1"/>
          </p:nvSpPr>
          <p:spPr>
            <a:xfrm>
              <a:off x="0" y="-873"/>
              <a:ext cx="12192000" cy="93306"/>
            </a:xfrm>
            <a:prstGeom prst="rect">
              <a:avLst/>
            </a:prstGeom>
            <a:solidFill>
              <a:srgbClr val="0FAE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F0F7C09-CBE6-B9E3-0127-79160E0B75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857"/>
            <a:ext cx="12192000" cy="68571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40607D-4F32-0C27-C19C-19FD6706537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CDB2537-2A26-E8EA-2D4A-AADDF7CFCD52}"/>
              </a:ext>
            </a:extLst>
          </p:cNvPr>
          <p:cNvSpPr/>
          <p:nvPr userDrawn="1"/>
        </p:nvSpPr>
        <p:spPr>
          <a:xfrm>
            <a:off x="159798" y="5930283"/>
            <a:ext cx="363985" cy="7911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19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9" name="Google Shape;29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0" name="Google Shape;30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02E38989-D85D-40A8-8F0F-98597CF767D2}"/>
              </a:ext>
            </a:extLst>
          </p:cNvPr>
          <p:cNvSpPr/>
          <p:nvPr userDrawn="1"/>
        </p:nvSpPr>
        <p:spPr>
          <a:xfrm rot="10800000" flipV="1">
            <a:off x="1566672" y="1453890"/>
            <a:ext cx="10625328" cy="5404110"/>
          </a:xfrm>
          <a:prstGeom prst="rtTriangle">
            <a:avLst/>
          </a:prstGeom>
          <a:solidFill>
            <a:srgbClr val="EF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noProof="0"/>
          </a:p>
        </p:txBody>
      </p:sp>
      <p:sp>
        <p:nvSpPr>
          <p:cNvPr id="8" name="Google Shape;11;p47">
            <a:extLst>
              <a:ext uri="{FF2B5EF4-FFF2-40B4-BE49-F238E27FC236}">
                <a16:creationId xmlns:a16="http://schemas.microsoft.com/office/drawing/2014/main" id="{2D9774D3-79F9-497F-88F3-1BEE48A4917D}"/>
              </a:ext>
            </a:extLst>
          </p:cNvPr>
          <p:cNvSpPr/>
          <p:nvPr userDrawn="1"/>
        </p:nvSpPr>
        <p:spPr>
          <a:xfrm>
            <a:off x="0" y="6288963"/>
            <a:ext cx="12192000" cy="56916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algn="ctr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eelawadee"/>
              <a:ea typeface="Leelawadee"/>
              <a:cs typeface="Leelawadee"/>
              <a:sym typeface="Leelawadee"/>
            </a:endParaRPr>
          </a:p>
        </p:txBody>
      </p:sp>
      <p:pic>
        <p:nvPicPr>
          <p:cNvPr id="9" name="Google Shape;12;p47">
            <a:extLst>
              <a:ext uri="{FF2B5EF4-FFF2-40B4-BE49-F238E27FC236}">
                <a16:creationId xmlns:a16="http://schemas.microsoft.com/office/drawing/2014/main" id="{F0820604-3A5E-40B4-87DB-46866F42747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9195" y="6346861"/>
            <a:ext cx="1100807" cy="45336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6;p50">
            <a:extLst>
              <a:ext uri="{FF2B5EF4-FFF2-40B4-BE49-F238E27FC236}">
                <a16:creationId xmlns:a16="http://schemas.microsoft.com/office/drawing/2014/main" id="{744F421F-75BA-4A7E-A01B-111216CEFA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741758"/>
            <a:ext cx="10515600" cy="134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eelawadee"/>
              <a:buNone/>
              <a:defRPr sz="3600" b="1">
                <a:solidFill>
                  <a:srgbClr val="0FAEC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27;p50">
            <a:extLst>
              <a:ext uri="{FF2B5EF4-FFF2-40B4-BE49-F238E27FC236}">
                <a16:creationId xmlns:a16="http://schemas.microsoft.com/office/drawing/2014/main" id="{B78D47A1-BEAF-4179-BF29-4A937A9261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50" y="2158818"/>
            <a:ext cx="10515600" cy="569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9144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600" b="1">
                <a:solidFill>
                  <a:schemeClr val="tx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A48A62-918F-479B-BE0C-79B88F71DA3B}"/>
              </a:ext>
            </a:extLst>
          </p:cNvPr>
          <p:cNvGrpSpPr/>
          <p:nvPr userDrawn="1"/>
        </p:nvGrpSpPr>
        <p:grpSpPr>
          <a:xfrm>
            <a:off x="0" y="-873"/>
            <a:ext cx="12192000" cy="137398"/>
            <a:chOff x="0" y="-873"/>
            <a:chExt cx="12192000" cy="12806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5108EB-990E-4868-A911-F14E2EABD7F7}"/>
                </a:ext>
              </a:extLst>
            </p:cNvPr>
            <p:cNvSpPr/>
            <p:nvPr userDrawn="1"/>
          </p:nvSpPr>
          <p:spPr>
            <a:xfrm>
              <a:off x="0" y="24557"/>
              <a:ext cx="12192000" cy="102637"/>
            </a:xfrm>
            <a:prstGeom prst="rect">
              <a:avLst/>
            </a:prstGeom>
            <a:solidFill>
              <a:srgbClr val="FFD2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937D74-3812-4B0F-8C3E-CA57E97D114A}"/>
                </a:ext>
              </a:extLst>
            </p:cNvPr>
            <p:cNvSpPr/>
            <p:nvPr userDrawn="1"/>
          </p:nvSpPr>
          <p:spPr>
            <a:xfrm>
              <a:off x="0" y="-873"/>
              <a:ext cx="12192000" cy="93306"/>
            </a:xfrm>
            <a:prstGeom prst="rect">
              <a:avLst/>
            </a:prstGeom>
            <a:solidFill>
              <a:srgbClr val="0FAE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55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preserve="1" userDrawn="1">
  <p:cSld name="Title and Content 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e5ae1fc56e_0_163"/>
          <p:cNvSpPr txBox="1">
            <a:spLocks noGrp="1"/>
          </p:cNvSpPr>
          <p:nvPr>
            <p:ph type="title"/>
          </p:nvPr>
        </p:nvSpPr>
        <p:spPr>
          <a:xfrm>
            <a:off x="838200" y="153760"/>
            <a:ext cx="10515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elawadee"/>
              <a:buNone/>
              <a:defRPr sz="2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e5ae1fc56e_0_1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6" name="Google Shape;86;ge5ae1fc56e_0_1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7" name="Google Shape;87;ge5ae1fc56e_0_1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386FD90-00FD-4002-B4EF-9E3A009E6209}"/>
              </a:ext>
            </a:extLst>
          </p:cNvPr>
          <p:cNvGrpSpPr/>
          <p:nvPr userDrawn="1"/>
        </p:nvGrpSpPr>
        <p:grpSpPr>
          <a:xfrm>
            <a:off x="0" y="-873"/>
            <a:ext cx="12192000" cy="137398"/>
            <a:chOff x="0" y="-873"/>
            <a:chExt cx="12192000" cy="12806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87F492A-26AB-435C-B6B7-BE500BD89C8D}"/>
                </a:ext>
              </a:extLst>
            </p:cNvPr>
            <p:cNvSpPr/>
            <p:nvPr userDrawn="1"/>
          </p:nvSpPr>
          <p:spPr>
            <a:xfrm>
              <a:off x="0" y="24557"/>
              <a:ext cx="12192000" cy="102637"/>
            </a:xfrm>
            <a:prstGeom prst="rect">
              <a:avLst/>
            </a:prstGeom>
            <a:solidFill>
              <a:srgbClr val="FFD2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5DC2FD-18CB-41F3-98BB-26856343BD11}"/>
                </a:ext>
              </a:extLst>
            </p:cNvPr>
            <p:cNvSpPr/>
            <p:nvPr userDrawn="1"/>
          </p:nvSpPr>
          <p:spPr>
            <a:xfrm>
              <a:off x="0" y="-873"/>
              <a:ext cx="12192000" cy="93306"/>
            </a:xfrm>
            <a:prstGeom prst="rect">
              <a:avLst/>
            </a:prstGeom>
            <a:solidFill>
              <a:srgbClr val="0FAE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567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preserve="1" userDrawn="1">
  <p:cSld name="1_Title and Content 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e5ae1fc56e_0_163"/>
          <p:cNvSpPr txBox="1">
            <a:spLocks noGrp="1"/>
          </p:cNvSpPr>
          <p:nvPr>
            <p:ph type="title"/>
          </p:nvPr>
        </p:nvSpPr>
        <p:spPr>
          <a:xfrm>
            <a:off x="838200" y="153760"/>
            <a:ext cx="10515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elawadee"/>
              <a:buNone/>
              <a:defRPr sz="2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e5ae1fc56e_0_1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6" name="Google Shape;86;ge5ae1fc56e_0_1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7" name="Google Shape;87;ge5ae1fc56e_0_1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386FD90-00FD-4002-B4EF-9E3A009E6209}"/>
              </a:ext>
            </a:extLst>
          </p:cNvPr>
          <p:cNvGrpSpPr/>
          <p:nvPr userDrawn="1"/>
        </p:nvGrpSpPr>
        <p:grpSpPr>
          <a:xfrm>
            <a:off x="0" y="-873"/>
            <a:ext cx="12192000" cy="137398"/>
            <a:chOff x="0" y="-873"/>
            <a:chExt cx="12192000" cy="12806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87F492A-26AB-435C-B6B7-BE500BD89C8D}"/>
                </a:ext>
              </a:extLst>
            </p:cNvPr>
            <p:cNvSpPr/>
            <p:nvPr userDrawn="1"/>
          </p:nvSpPr>
          <p:spPr>
            <a:xfrm>
              <a:off x="0" y="24557"/>
              <a:ext cx="12192000" cy="102637"/>
            </a:xfrm>
            <a:prstGeom prst="rect">
              <a:avLst/>
            </a:prstGeom>
            <a:solidFill>
              <a:srgbClr val="FFD2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5DC2FD-18CB-41F3-98BB-26856343BD11}"/>
                </a:ext>
              </a:extLst>
            </p:cNvPr>
            <p:cNvSpPr/>
            <p:nvPr userDrawn="1"/>
          </p:nvSpPr>
          <p:spPr>
            <a:xfrm>
              <a:off x="0" y="-873"/>
              <a:ext cx="12192000" cy="93306"/>
            </a:xfrm>
            <a:prstGeom prst="rect">
              <a:avLst/>
            </a:prstGeom>
            <a:solidFill>
              <a:srgbClr val="0FAE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/>
            </a:p>
          </p:txBody>
        </p:sp>
      </p:grpSp>
      <p:sp>
        <p:nvSpPr>
          <p:cNvPr id="10" name="Google Shape;21;p49">
            <a:extLst>
              <a:ext uri="{FF2B5EF4-FFF2-40B4-BE49-F238E27FC236}">
                <a16:creationId xmlns:a16="http://schemas.microsoft.com/office/drawing/2014/main" id="{3613A9BC-6C34-40ED-8F66-89EEEADB0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101012"/>
            <a:ext cx="10515600" cy="500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74320" lvl="0" indent="-27432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7477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C5E267-ED2B-41D6-AEE7-524FB8BDAB0D}"/>
              </a:ext>
            </a:extLst>
          </p:cNvPr>
          <p:cNvSpPr/>
          <p:nvPr userDrawn="1"/>
        </p:nvSpPr>
        <p:spPr bwMode="auto">
          <a:xfrm>
            <a:off x="0" y="4953000"/>
            <a:ext cx="12192000" cy="1905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/>
          </a:p>
        </p:txBody>
      </p:sp>
      <p:sp>
        <p:nvSpPr>
          <p:cNvPr id="6" name="Google Shape;6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eelawadee"/>
              <a:buNone/>
              <a:defRPr sz="44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9pPr>
          </a:lstStyle>
          <a:p>
            <a:endParaRPr/>
          </a:p>
        </p:txBody>
      </p:sp>
      <p:sp>
        <p:nvSpPr>
          <p:cNvPr id="8" name="Google Shape;8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eelawadee"/>
                <a:ea typeface="Leelawadee"/>
                <a:cs typeface="Leelawadee"/>
                <a:sym typeface="Leelawade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9pPr>
          </a:lstStyle>
          <a:p>
            <a:endParaRPr lang="en-US"/>
          </a:p>
        </p:txBody>
      </p:sp>
      <p:sp>
        <p:nvSpPr>
          <p:cNvPr id="9" name="Google Shape;9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eelawadee"/>
                <a:ea typeface="Leelawadee"/>
                <a:cs typeface="Leelawadee"/>
                <a:sym typeface="Leelawade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eelawadee"/>
                <a:ea typeface="Leelawadee"/>
                <a:cs typeface="Leelawadee"/>
                <a:sym typeface="Leelawadee"/>
              </a:defRPr>
            </a:lvl9pPr>
          </a:lstStyle>
          <a:p>
            <a:endParaRPr lang="en-US"/>
          </a:p>
        </p:txBody>
      </p:sp>
      <p:sp>
        <p:nvSpPr>
          <p:cNvPr id="10" name="Google Shape;10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eelawadee"/>
                <a:ea typeface="Leelawadee"/>
                <a:cs typeface="Leelawadee"/>
                <a:sym typeface="Leelawadee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eelawadee"/>
                <a:ea typeface="Leelawadee"/>
                <a:cs typeface="Leelawadee"/>
                <a:sym typeface="Leelawadee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eelawadee"/>
                <a:ea typeface="Leelawadee"/>
                <a:cs typeface="Leelawadee"/>
                <a:sym typeface="Leelawadee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eelawadee"/>
                <a:ea typeface="Leelawadee"/>
                <a:cs typeface="Leelawadee"/>
                <a:sym typeface="Leelawadee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eelawadee"/>
                <a:ea typeface="Leelawadee"/>
                <a:cs typeface="Leelawadee"/>
                <a:sym typeface="Leelawadee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eelawadee"/>
                <a:ea typeface="Leelawadee"/>
                <a:cs typeface="Leelawadee"/>
                <a:sym typeface="Leelawadee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eelawadee"/>
                <a:ea typeface="Leelawadee"/>
                <a:cs typeface="Leelawadee"/>
                <a:sym typeface="Leelawadee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eelawadee"/>
                <a:ea typeface="Leelawadee"/>
                <a:cs typeface="Leelawadee"/>
                <a:sym typeface="Leelawadee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eelawadee"/>
                <a:ea typeface="Leelawadee"/>
                <a:cs typeface="Leelawadee"/>
                <a:sym typeface="Leelawade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Google Shape;11;p47"/>
          <p:cNvSpPr/>
          <p:nvPr/>
        </p:nvSpPr>
        <p:spPr>
          <a:xfrm>
            <a:off x="0" y="6288963"/>
            <a:ext cx="12192000" cy="56916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algn="ctr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eelawadee"/>
              <a:ea typeface="Leelawadee"/>
              <a:cs typeface="Leelawadee"/>
              <a:sym typeface="Leelawadee"/>
            </a:endParaRPr>
          </a:p>
        </p:txBody>
      </p:sp>
      <p:pic>
        <p:nvPicPr>
          <p:cNvPr id="12" name="Google Shape;12;p4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195" y="6346861"/>
            <a:ext cx="1100807" cy="4533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83702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2" r:id="rId2"/>
    <p:sldLayoutId id="2147483673" r:id="rId3"/>
    <p:sldLayoutId id="2147483674" r:id="rId4"/>
    <p:sldLayoutId id="2147483675" r:id="rId5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eelawadee">
      <a:majorFont>
        <a:latin typeface="Leelawadee"/>
        <a:ea typeface=""/>
        <a:cs typeface="Leelawadee"/>
      </a:majorFont>
      <a:minorFont>
        <a:latin typeface="Leelawadee"/>
        <a:ea typeface=""/>
        <a:cs typeface="Leelawade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</TotalTime>
  <Words>462</Words>
  <Application>Microsoft Office PowerPoint</Application>
  <PresentationFormat>Widescreen</PresentationFormat>
  <Paragraphs>185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Leelawadee</vt:lpstr>
      <vt:lpstr>1_Office Theme</vt:lpstr>
      <vt:lpstr>Influencer Report</vt:lpstr>
      <vt:lpstr>Patpaladmuang</vt:lpstr>
      <vt:lpstr>Patpaladmuang</vt:lpstr>
      <vt:lpstr>Patpaladmuang</vt:lpstr>
      <vt:lpstr>unna_acting</vt:lpstr>
      <vt:lpstr>unna_acting</vt:lpstr>
      <vt:lpstr>unna_acting</vt:lpstr>
      <vt:lpstr>unna_acting</vt:lpstr>
      <vt:lpstr>Facebook Local Page</vt:lpstr>
      <vt:lpstr>รีวิว สิงห์บุรี ​</vt:lpstr>
      <vt:lpstr>อยุธยา-Ayutthaya Station</vt:lpstr>
      <vt:lpstr>รีวิวเลย</vt:lpstr>
      <vt:lpstr>ที่นี่นครราชสีมา</vt:lpstr>
      <vt:lpstr>กินดีอยู่เหนือ</vt:lpstr>
      <vt:lpstr>อยุธยา-Ayutthaya Station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Closing Report : Campaign Name</dc:title>
  <dc:creator>Salin Wangkiat(Pan)</dc:creator>
  <cp:lastModifiedBy>Nutthapon Boonsupaporn (Ball)</cp:lastModifiedBy>
  <cp:revision>1</cp:revision>
  <dcterms:created xsi:type="dcterms:W3CDTF">2021-07-15T08:40:01Z</dcterms:created>
  <dcterms:modified xsi:type="dcterms:W3CDTF">2026-07-03T09:35:05Z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0x0101004FF61A0A89229B4C9B1D870D45D27C61</vt:lpwstr>
  </property>
</Properties>
</file>